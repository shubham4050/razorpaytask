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828" r:id="rId5"/>
  </p:sldMasterIdLst>
  <p:notesMasterIdLst>
    <p:notesMasterId r:id="rId20"/>
  </p:notesMasterIdLst>
  <p:sldIdLst>
    <p:sldId id="339" r:id="rId6"/>
    <p:sldId id="300" r:id="rId7"/>
    <p:sldId id="340" r:id="rId8"/>
    <p:sldId id="341" r:id="rId12"/>
    <p:sldId id="343" r:id="rId13"/>
    <p:sldId id="344" r:id="rId14"/>
    <p:sldId id="355" r:id="rId25"/>
    <p:sldId id="356" r:id="rId26"/>
    <p:sldId id="357" r:id="rId27"/>
    <p:sldId id="358" r:id="rId28"/>
    <p:sldId id="338" r:id="rId18"/>
    <p:sldId id="325" r:id="rId19"/>
  </p:sldIdLst>
  <p:sldSz cx="9144000" cy="6858000" type="screen4x3"/>
  <p:notesSz cx="6858000" cy="9144000"/>
  <p:defaultTextStyle>
    <a:defPPr>
      <a:defRPr lang="da-DK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28">
          <p15:clr>
            <a:srgbClr val="A4A3A4"/>
          </p15:clr>
        </p15:guide>
        <p15:guide id="2" pos="526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88C8"/>
    <a:srgbClr val="78F8FF"/>
    <a:srgbClr val="8EABDE"/>
    <a:srgbClr val="8FACE1"/>
    <a:srgbClr val="F50736"/>
    <a:srgbClr val="5DD8F2"/>
    <a:srgbClr val="A4D329"/>
    <a:srgbClr val="C0FF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 autoAdjust="0"/>
    <p:restoredTop sz="94667" autoAdjust="0"/>
  </p:normalViewPr>
  <p:slideViewPr>
    <p:cSldViewPr snapToGrid="0">
      <p:cViewPr varScale="1">
        <p:scale>
          <a:sx n="63" d="100"/>
          <a:sy n="63" d="100"/>
        </p:scale>
        <p:origin x="1380" y="64"/>
      </p:cViewPr>
      <p:guideLst>
        <p:guide orient="horz" pos="3728"/>
        <p:guide pos="5269"/>
      </p:guideLst>
    </p:cSldViewPr>
  </p:slideViewPr>
  <p:outlineViewPr>
    <p:cViewPr>
      <p:scale>
        <a:sx n="33" d="100"/>
        <a:sy n="33" d="100"/>
      </p:scale>
      <p:origin x="246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2" Type="http://schemas.openxmlformats.org/officeDocument/2006/relationships/customXml" Target="../customXml/item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23" Type="http://schemas.openxmlformats.org/officeDocument/2006/relationships/theme" Target="theme/theme1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14" Type="http://schemas.openxmlformats.org/officeDocument/2006/relationships/slide" Target="slides/slide9.xml"/><Relationship Id="rId22" Type="http://schemas.openxmlformats.org/officeDocument/2006/relationships/viewProps" Target="viewProps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28EBE8-54FD-427E-91DC-9F6A7F0888EF}" type="datetimeFigureOut">
              <a:rPr lang="en-US" smtClean="0"/>
              <a:t>3/21/2024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5D2ED3-3157-419B-B542-FCF2516C9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405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?>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e 12"/>
          <p:cNvGrpSpPr/>
          <p:nvPr userDrawn="1"/>
        </p:nvGrpSpPr>
        <p:grpSpPr>
          <a:xfrm>
            <a:off x="0" y="793659"/>
            <a:ext cx="9144000" cy="1178016"/>
            <a:chOff x="0" y="793659"/>
            <a:chExt cx="9144000" cy="117801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Rektangel 2"/>
            <p:cNvSpPr>
              <a:spLocks noChangeArrowheads="1"/>
            </p:cNvSpPr>
            <p:nvPr/>
          </p:nvSpPr>
          <p:spPr bwMode="auto">
            <a:xfrm>
              <a:off x="0" y="801699"/>
              <a:ext cx="9144000" cy="1168400"/>
            </a:xfrm>
            <a:prstGeom prst="rect">
              <a:avLst/>
            </a:prstGeom>
            <a:gradFill flip="none" rotWithShape="1">
              <a:gsLst>
                <a:gs pos="21000">
                  <a:srgbClr val="7DC8DF"/>
                </a:gs>
                <a:gs pos="100000">
                  <a:srgbClr val="6699FF"/>
                </a:gs>
              </a:gsLst>
              <a:lin ang="5400000" scaled="1"/>
              <a:tileRect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indent="-342900" algn="ctr" fontAlgn="auto">
                <a:spcBef>
                  <a:spcPts val="0"/>
                </a:spcBef>
                <a:spcAft>
                  <a:spcPts val="0"/>
                </a:spcAft>
                <a:buFont typeface="+mj-lt"/>
                <a:buAutoNum type="arabicPeriod"/>
                <a:defRPr/>
              </a:pPr>
              <a:endParaRPr lang="da-DK" sz="1600" b="1" kern="0" noProof="1">
                <a:solidFill>
                  <a:srgbClr val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  <p:pic>
          <p:nvPicPr>
            <p:cNvPr id="7" name="Billede 3" descr="dreamstime_www_world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84000" y="793659"/>
              <a:ext cx="1560000" cy="1178016"/>
            </a:xfrm>
            <a:prstGeom prst="rect">
              <a:avLst/>
            </a:prstGeom>
          </p:spPr>
        </p:pic>
      </p:grp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57200" y="2327275"/>
            <a:ext cx="8229600" cy="38274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  <a:latin typeface="Arial" pitchFamily="34" charset="0"/>
              </a:defRPr>
            </a:lvl1pPr>
            <a:lvl2pPr>
              <a:defRPr>
                <a:solidFill>
                  <a:srgbClr val="000000"/>
                </a:solidFill>
                <a:latin typeface="Arial" pitchFamily="34" charset="0"/>
              </a:defRPr>
            </a:lvl2pPr>
            <a:lvl3pPr>
              <a:defRPr>
                <a:solidFill>
                  <a:srgbClr val="000000"/>
                </a:solidFill>
                <a:latin typeface="Arial" pitchFamily="34" charset="0"/>
              </a:defRPr>
            </a:lvl3pPr>
            <a:lvl4pPr>
              <a:defRPr>
                <a:solidFill>
                  <a:srgbClr val="000000"/>
                </a:solidFill>
                <a:latin typeface="Arial" pitchFamily="34" charset="0"/>
              </a:defRPr>
            </a:lvl4pPr>
            <a:lvl5pPr>
              <a:defRPr>
                <a:solidFill>
                  <a:srgbClr val="000000"/>
                </a:solidFill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 dirty="0"/>
          </a:p>
        </p:txBody>
      </p:sp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177800" y="833438"/>
            <a:ext cx="4584700" cy="563562"/>
          </a:xfrm>
          <a:prstGeom prst="rect">
            <a:avLst/>
          </a:prstGeom>
        </p:spPr>
        <p:txBody>
          <a:bodyPr/>
          <a:lstStyle>
            <a:lvl1pPr algn="l">
              <a:defRPr sz="3200">
                <a:latin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a-DK" dirty="0"/>
          </a:p>
        </p:txBody>
      </p:sp>
      <p:sp>
        <p:nvSpPr>
          <p:cNvPr id="11" name="Pladsholder til tekst 2"/>
          <p:cNvSpPr>
            <a:spLocks noGrp="1"/>
          </p:cNvSpPr>
          <p:nvPr>
            <p:ph type="body" idx="13"/>
          </p:nvPr>
        </p:nvSpPr>
        <p:spPr>
          <a:xfrm>
            <a:off x="177800" y="1447801"/>
            <a:ext cx="6489700" cy="35877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Arial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ladsholder til dato 3"/>
          <p:cNvSpPr>
            <a:spLocks noGrp="1"/>
          </p:cNvSpPr>
          <p:nvPr userDrawn="1">
            <p:ph type="dt" sz="half" idx="1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000000"/>
                </a:solidFill>
                <a:latin typeface="Arial" pitchFamily="34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r>
              <a:rPr lang="da-DK"/>
              <a:t>Your footnote</a:t>
            </a:r>
          </a:p>
        </p:txBody>
      </p:sp>
      <p:sp>
        <p:nvSpPr>
          <p:cNvPr id="9" name="Pladsholder til diasnummer 5"/>
          <p:cNvSpPr>
            <a:spLocks noGrp="1"/>
          </p:cNvSpPr>
          <p:nvPr userDrawn="1">
            <p:ph type="sldNum" sz="quarter" idx="1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000000"/>
                </a:solidFill>
                <a:latin typeface="Arial" pitchFamily="34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r>
              <a:rPr lang="da-DK"/>
              <a:t>Your Logo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Kombinationstegning 1"/>
          <p:cNvSpPr/>
          <p:nvPr userDrawn="1"/>
        </p:nvSpPr>
        <p:spPr>
          <a:xfrm rot="10800000" flipH="1">
            <a:off x="-101600" y="-12700"/>
            <a:ext cx="9321800" cy="2374900"/>
          </a:xfrm>
          <a:custGeom>
            <a:avLst/>
            <a:gdLst>
              <a:gd name="connsiteX0" fmla="*/ 12700 w 9182100"/>
              <a:gd name="connsiteY0" fmla="*/ 0 h 3136900"/>
              <a:gd name="connsiteX1" fmla="*/ 5702300 w 9182100"/>
              <a:gd name="connsiteY1" fmla="*/ 1016000 h 3136900"/>
              <a:gd name="connsiteX2" fmla="*/ 9182100 w 9182100"/>
              <a:gd name="connsiteY2" fmla="*/ 609600 h 3136900"/>
              <a:gd name="connsiteX3" fmla="*/ 9182100 w 9182100"/>
              <a:gd name="connsiteY3" fmla="*/ 3136900 h 3136900"/>
              <a:gd name="connsiteX4" fmla="*/ 0 w 9182100"/>
              <a:gd name="connsiteY4" fmla="*/ 3136900 h 3136900"/>
              <a:gd name="connsiteX5" fmla="*/ 12700 w 9182100"/>
              <a:gd name="connsiteY5" fmla="*/ 0 h 3136900"/>
              <a:gd name="connsiteX0" fmla="*/ 12700 w 9182100"/>
              <a:gd name="connsiteY0" fmla="*/ 0 h 3136900"/>
              <a:gd name="connsiteX1" fmla="*/ 5702300 w 9182100"/>
              <a:gd name="connsiteY1" fmla="*/ 1016000 h 3136900"/>
              <a:gd name="connsiteX2" fmla="*/ 9182100 w 9182100"/>
              <a:gd name="connsiteY2" fmla="*/ 609600 h 3136900"/>
              <a:gd name="connsiteX3" fmla="*/ 9182100 w 9182100"/>
              <a:gd name="connsiteY3" fmla="*/ 3136900 h 3136900"/>
              <a:gd name="connsiteX4" fmla="*/ 0 w 9182100"/>
              <a:gd name="connsiteY4" fmla="*/ 3136900 h 3136900"/>
              <a:gd name="connsiteX5" fmla="*/ 12700 w 9182100"/>
              <a:gd name="connsiteY5" fmla="*/ 0 h 3136900"/>
              <a:gd name="connsiteX0" fmla="*/ 12700 w 9182100"/>
              <a:gd name="connsiteY0" fmla="*/ 0 h 3403600"/>
              <a:gd name="connsiteX1" fmla="*/ 5702300 w 9182100"/>
              <a:gd name="connsiteY1" fmla="*/ 1016000 h 3403600"/>
              <a:gd name="connsiteX2" fmla="*/ 9182100 w 9182100"/>
              <a:gd name="connsiteY2" fmla="*/ 609600 h 3403600"/>
              <a:gd name="connsiteX3" fmla="*/ 9182100 w 9182100"/>
              <a:gd name="connsiteY3" fmla="*/ 3403600 h 3403600"/>
              <a:gd name="connsiteX4" fmla="*/ 0 w 9182100"/>
              <a:gd name="connsiteY4" fmla="*/ 3136900 h 3403600"/>
              <a:gd name="connsiteX5" fmla="*/ 12700 w 9182100"/>
              <a:gd name="connsiteY5" fmla="*/ 0 h 3403600"/>
              <a:gd name="connsiteX0" fmla="*/ 12700 w 9182100"/>
              <a:gd name="connsiteY0" fmla="*/ 0 h 3429000"/>
              <a:gd name="connsiteX1" fmla="*/ 5702300 w 9182100"/>
              <a:gd name="connsiteY1" fmla="*/ 1016000 h 3429000"/>
              <a:gd name="connsiteX2" fmla="*/ 9182100 w 9182100"/>
              <a:gd name="connsiteY2" fmla="*/ 609600 h 3429000"/>
              <a:gd name="connsiteX3" fmla="*/ 9182100 w 9182100"/>
              <a:gd name="connsiteY3" fmla="*/ 3403600 h 3429000"/>
              <a:gd name="connsiteX4" fmla="*/ 0 w 9182100"/>
              <a:gd name="connsiteY4" fmla="*/ 3429000 h 3429000"/>
              <a:gd name="connsiteX5" fmla="*/ 12700 w 9182100"/>
              <a:gd name="connsiteY5" fmla="*/ 0 h 3429000"/>
              <a:gd name="connsiteX0" fmla="*/ 12700 w 9182100"/>
              <a:gd name="connsiteY0" fmla="*/ 0 h 3429000"/>
              <a:gd name="connsiteX1" fmla="*/ 5702300 w 9182100"/>
              <a:gd name="connsiteY1" fmla="*/ 1016000 h 3429000"/>
              <a:gd name="connsiteX2" fmla="*/ 9182100 w 9182100"/>
              <a:gd name="connsiteY2" fmla="*/ 609600 h 3429000"/>
              <a:gd name="connsiteX3" fmla="*/ 9182100 w 9182100"/>
              <a:gd name="connsiteY3" fmla="*/ 1714500 h 3429000"/>
              <a:gd name="connsiteX4" fmla="*/ 0 w 9182100"/>
              <a:gd name="connsiteY4" fmla="*/ 3429000 h 3429000"/>
              <a:gd name="connsiteX5" fmla="*/ 12700 w 9182100"/>
              <a:gd name="connsiteY5" fmla="*/ 0 h 3429000"/>
              <a:gd name="connsiteX0" fmla="*/ 12700 w 9182100"/>
              <a:gd name="connsiteY0" fmla="*/ 0 h 3429000"/>
              <a:gd name="connsiteX1" fmla="*/ 5702300 w 9182100"/>
              <a:gd name="connsiteY1" fmla="*/ 1016000 h 3429000"/>
              <a:gd name="connsiteX2" fmla="*/ 9182100 w 9182100"/>
              <a:gd name="connsiteY2" fmla="*/ 609600 h 3429000"/>
              <a:gd name="connsiteX3" fmla="*/ 9182100 w 9182100"/>
              <a:gd name="connsiteY3" fmla="*/ 2654300 h 3429000"/>
              <a:gd name="connsiteX4" fmla="*/ 0 w 9182100"/>
              <a:gd name="connsiteY4" fmla="*/ 3429000 h 3429000"/>
              <a:gd name="connsiteX5" fmla="*/ 12700 w 9182100"/>
              <a:gd name="connsiteY5" fmla="*/ 0 h 3429000"/>
              <a:gd name="connsiteX0" fmla="*/ 12700 w 9182100"/>
              <a:gd name="connsiteY0" fmla="*/ 0 h 2654300"/>
              <a:gd name="connsiteX1" fmla="*/ 5702300 w 9182100"/>
              <a:gd name="connsiteY1" fmla="*/ 1016000 h 2654300"/>
              <a:gd name="connsiteX2" fmla="*/ 9182100 w 9182100"/>
              <a:gd name="connsiteY2" fmla="*/ 609600 h 2654300"/>
              <a:gd name="connsiteX3" fmla="*/ 9182100 w 9182100"/>
              <a:gd name="connsiteY3" fmla="*/ 2654300 h 2654300"/>
              <a:gd name="connsiteX4" fmla="*/ 0 w 9182100"/>
              <a:gd name="connsiteY4" fmla="*/ 1828800 h 2654300"/>
              <a:gd name="connsiteX5" fmla="*/ 12700 w 9182100"/>
              <a:gd name="connsiteY5" fmla="*/ 0 h 2654300"/>
              <a:gd name="connsiteX0" fmla="*/ 12700 w 9182100"/>
              <a:gd name="connsiteY0" fmla="*/ 0 h 2667000"/>
              <a:gd name="connsiteX1" fmla="*/ 5702300 w 9182100"/>
              <a:gd name="connsiteY1" fmla="*/ 1016000 h 2667000"/>
              <a:gd name="connsiteX2" fmla="*/ 9182100 w 9182100"/>
              <a:gd name="connsiteY2" fmla="*/ 609600 h 2667000"/>
              <a:gd name="connsiteX3" fmla="*/ 9182100 w 9182100"/>
              <a:gd name="connsiteY3" fmla="*/ 2654300 h 2667000"/>
              <a:gd name="connsiteX4" fmla="*/ 0 w 9182100"/>
              <a:gd name="connsiteY4" fmla="*/ 2667000 h 2667000"/>
              <a:gd name="connsiteX5" fmla="*/ 12700 w 9182100"/>
              <a:gd name="connsiteY5" fmla="*/ 0 h 2667000"/>
              <a:gd name="connsiteX0" fmla="*/ 12700 w 9182100"/>
              <a:gd name="connsiteY0" fmla="*/ 0 h 3369791"/>
              <a:gd name="connsiteX1" fmla="*/ 5702300 w 9182100"/>
              <a:gd name="connsiteY1" fmla="*/ 1016000 h 3369791"/>
              <a:gd name="connsiteX2" fmla="*/ 9182100 w 9182100"/>
              <a:gd name="connsiteY2" fmla="*/ 609600 h 3369791"/>
              <a:gd name="connsiteX3" fmla="*/ 9182100 w 9182100"/>
              <a:gd name="connsiteY3" fmla="*/ 2654300 h 3369791"/>
              <a:gd name="connsiteX4" fmla="*/ 9169573 w 9182100"/>
              <a:gd name="connsiteY4" fmla="*/ 3369791 h 3369791"/>
              <a:gd name="connsiteX5" fmla="*/ 0 w 9182100"/>
              <a:gd name="connsiteY5" fmla="*/ 2667000 h 3369791"/>
              <a:gd name="connsiteX6" fmla="*/ 12700 w 9182100"/>
              <a:gd name="connsiteY6" fmla="*/ 0 h 3369791"/>
              <a:gd name="connsiteX0" fmla="*/ 12700 w 9182100"/>
              <a:gd name="connsiteY0" fmla="*/ 0 h 3369791"/>
              <a:gd name="connsiteX1" fmla="*/ 5702300 w 9182100"/>
              <a:gd name="connsiteY1" fmla="*/ 1016000 h 3369791"/>
              <a:gd name="connsiteX2" fmla="*/ 9182100 w 9182100"/>
              <a:gd name="connsiteY2" fmla="*/ 609600 h 3369791"/>
              <a:gd name="connsiteX3" fmla="*/ 9182100 w 9182100"/>
              <a:gd name="connsiteY3" fmla="*/ 2654300 h 3369791"/>
              <a:gd name="connsiteX4" fmla="*/ 9169573 w 9182100"/>
              <a:gd name="connsiteY4" fmla="*/ 3369791 h 3369791"/>
              <a:gd name="connsiteX5" fmla="*/ 0 w 9182100"/>
              <a:gd name="connsiteY5" fmla="*/ 3351771 h 3369791"/>
              <a:gd name="connsiteX6" fmla="*/ 12700 w 9182100"/>
              <a:gd name="connsiteY6" fmla="*/ 0 h 3369791"/>
              <a:gd name="connsiteX0" fmla="*/ 12700 w 9182100"/>
              <a:gd name="connsiteY0" fmla="*/ 0 h 3531973"/>
              <a:gd name="connsiteX1" fmla="*/ 5702300 w 9182100"/>
              <a:gd name="connsiteY1" fmla="*/ 1016000 h 3531973"/>
              <a:gd name="connsiteX2" fmla="*/ 9182100 w 9182100"/>
              <a:gd name="connsiteY2" fmla="*/ 609600 h 3531973"/>
              <a:gd name="connsiteX3" fmla="*/ 9182100 w 9182100"/>
              <a:gd name="connsiteY3" fmla="*/ 2654300 h 3531973"/>
              <a:gd name="connsiteX4" fmla="*/ 9169573 w 9182100"/>
              <a:gd name="connsiteY4" fmla="*/ 3369791 h 3531973"/>
              <a:gd name="connsiteX5" fmla="*/ 0 w 9182100"/>
              <a:gd name="connsiteY5" fmla="*/ 3531973 h 3531973"/>
              <a:gd name="connsiteX6" fmla="*/ 12700 w 9182100"/>
              <a:gd name="connsiteY6" fmla="*/ 0 h 3531973"/>
              <a:gd name="connsiteX0" fmla="*/ 12700 w 9783383"/>
              <a:gd name="connsiteY0" fmla="*/ 0 h 3531973"/>
              <a:gd name="connsiteX1" fmla="*/ 5702300 w 9783383"/>
              <a:gd name="connsiteY1" fmla="*/ 1016000 h 3531973"/>
              <a:gd name="connsiteX2" fmla="*/ 9182100 w 9783383"/>
              <a:gd name="connsiteY2" fmla="*/ 609600 h 3531973"/>
              <a:gd name="connsiteX3" fmla="*/ 9783383 w 9783383"/>
              <a:gd name="connsiteY3" fmla="*/ 2708362 h 3531973"/>
              <a:gd name="connsiteX4" fmla="*/ 9169573 w 9783383"/>
              <a:gd name="connsiteY4" fmla="*/ 3369791 h 3531973"/>
              <a:gd name="connsiteX5" fmla="*/ 0 w 9783383"/>
              <a:gd name="connsiteY5" fmla="*/ 3531973 h 3531973"/>
              <a:gd name="connsiteX6" fmla="*/ 12700 w 9783383"/>
              <a:gd name="connsiteY6" fmla="*/ 0 h 3531973"/>
              <a:gd name="connsiteX0" fmla="*/ 12700 w 9946231"/>
              <a:gd name="connsiteY0" fmla="*/ 0 h 4451008"/>
              <a:gd name="connsiteX1" fmla="*/ 5702300 w 9946231"/>
              <a:gd name="connsiteY1" fmla="*/ 1016000 h 4451008"/>
              <a:gd name="connsiteX2" fmla="*/ 9182100 w 9946231"/>
              <a:gd name="connsiteY2" fmla="*/ 609600 h 4451008"/>
              <a:gd name="connsiteX3" fmla="*/ 9783383 w 9946231"/>
              <a:gd name="connsiteY3" fmla="*/ 2708362 h 4451008"/>
              <a:gd name="connsiteX4" fmla="*/ 9946231 w 9946231"/>
              <a:gd name="connsiteY4" fmla="*/ 4451008 h 4451008"/>
              <a:gd name="connsiteX5" fmla="*/ 0 w 9946231"/>
              <a:gd name="connsiteY5" fmla="*/ 3531973 h 4451008"/>
              <a:gd name="connsiteX6" fmla="*/ 12700 w 9946231"/>
              <a:gd name="connsiteY6" fmla="*/ 0 h 4451008"/>
              <a:gd name="connsiteX0" fmla="*/ 12700 w 9783383"/>
              <a:gd name="connsiteY0" fmla="*/ 0 h 3531973"/>
              <a:gd name="connsiteX1" fmla="*/ 5702300 w 9783383"/>
              <a:gd name="connsiteY1" fmla="*/ 1016000 h 3531973"/>
              <a:gd name="connsiteX2" fmla="*/ 9182100 w 9783383"/>
              <a:gd name="connsiteY2" fmla="*/ 609600 h 3531973"/>
              <a:gd name="connsiteX3" fmla="*/ 9783383 w 9783383"/>
              <a:gd name="connsiteY3" fmla="*/ 2708362 h 3531973"/>
              <a:gd name="connsiteX4" fmla="*/ 8668504 w 9783383"/>
              <a:gd name="connsiteY4" fmla="*/ 2937305 h 3531973"/>
              <a:gd name="connsiteX5" fmla="*/ 0 w 9783383"/>
              <a:gd name="connsiteY5" fmla="*/ 3531973 h 3531973"/>
              <a:gd name="connsiteX6" fmla="*/ 12700 w 9783383"/>
              <a:gd name="connsiteY6" fmla="*/ 0 h 3531973"/>
              <a:gd name="connsiteX0" fmla="*/ 12700 w 9783383"/>
              <a:gd name="connsiteY0" fmla="*/ 0 h 3531973"/>
              <a:gd name="connsiteX1" fmla="*/ 5702300 w 9783383"/>
              <a:gd name="connsiteY1" fmla="*/ 1016000 h 3531973"/>
              <a:gd name="connsiteX2" fmla="*/ 9182100 w 9783383"/>
              <a:gd name="connsiteY2" fmla="*/ 609600 h 3531973"/>
              <a:gd name="connsiteX3" fmla="*/ 9783383 w 9783383"/>
              <a:gd name="connsiteY3" fmla="*/ 2708362 h 3531973"/>
              <a:gd name="connsiteX4" fmla="*/ 9194626 w 9783383"/>
              <a:gd name="connsiteY4" fmla="*/ 3369792 h 3531973"/>
              <a:gd name="connsiteX5" fmla="*/ 0 w 9783383"/>
              <a:gd name="connsiteY5" fmla="*/ 3531973 h 3531973"/>
              <a:gd name="connsiteX6" fmla="*/ 12700 w 9783383"/>
              <a:gd name="connsiteY6" fmla="*/ 0 h 3531973"/>
              <a:gd name="connsiteX0" fmla="*/ 12700 w 9194626"/>
              <a:gd name="connsiteY0" fmla="*/ 0 h 3531973"/>
              <a:gd name="connsiteX1" fmla="*/ 5702300 w 9194626"/>
              <a:gd name="connsiteY1" fmla="*/ 1016000 h 3531973"/>
              <a:gd name="connsiteX2" fmla="*/ 9182100 w 9194626"/>
              <a:gd name="connsiteY2" fmla="*/ 609600 h 3531973"/>
              <a:gd name="connsiteX3" fmla="*/ 8192486 w 9194626"/>
              <a:gd name="connsiteY3" fmla="*/ 2672321 h 3531973"/>
              <a:gd name="connsiteX4" fmla="*/ 9194626 w 9194626"/>
              <a:gd name="connsiteY4" fmla="*/ 3369792 h 3531973"/>
              <a:gd name="connsiteX5" fmla="*/ 0 w 9194626"/>
              <a:gd name="connsiteY5" fmla="*/ 3531973 h 3531973"/>
              <a:gd name="connsiteX6" fmla="*/ 12700 w 9194626"/>
              <a:gd name="connsiteY6" fmla="*/ 0 h 3531973"/>
              <a:gd name="connsiteX0" fmla="*/ 12700 w 9194626"/>
              <a:gd name="connsiteY0" fmla="*/ 0 h 3531973"/>
              <a:gd name="connsiteX1" fmla="*/ 5702300 w 9194626"/>
              <a:gd name="connsiteY1" fmla="*/ 1016000 h 3531973"/>
              <a:gd name="connsiteX2" fmla="*/ 9182100 w 9194626"/>
              <a:gd name="connsiteY2" fmla="*/ 609600 h 3531973"/>
              <a:gd name="connsiteX3" fmla="*/ 9194626 w 9194626"/>
              <a:gd name="connsiteY3" fmla="*/ 3369792 h 3531973"/>
              <a:gd name="connsiteX4" fmla="*/ 0 w 9194626"/>
              <a:gd name="connsiteY4" fmla="*/ 3531973 h 3531973"/>
              <a:gd name="connsiteX5" fmla="*/ 12700 w 9194626"/>
              <a:gd name="connsiteY5" fmla="*/ 0 h 3531973"/>
              <a:gd name="connsiteX0" fmla="*/ 4233 w 9186159"/>
              <a:gd name="connsiteY0" fmla="*/ 0 h 3369792"/>
              <a:gd name="connsiteX1" fmla="*/ 5693833 w 9186159"/>
              <a:gd name="connsiteY1" fmla="*/ 1016000 h 3369792"/>
              <a:gd name="connsiteX2" fmla="*/ 9173633 w 9186159"/>
              <a:gd name="connsiteY2" fmla="*/ 609600 h 3369792"/>
              <a:gd name="connsiteX3" fmla="*/ 9186159 w 9186159"/>
              <a:gd name="connsiteY3" fmla="*/ 3369792 h 3369792"/>
              <a:gd name="connsiteX4" fmla="*/ 455022 w 9186159"/>
              <a:gd name="connsiteY4" fmla="*/ 3333750 h 3369792"/>
              <a:gd name="connsiteX5" fmla="*/ 4233 w 9186159"/>
              <a:gd name="connsiteY5" fmla="*/ 0 h 3369792"/>
              <a:gd name="connsiteX0" fmla="*/ 12700 w 9194626"/>
              <a:gd name="connsiteY0" fmla="*/ 0 h 3369792"/>
              <a:gd name="connsiteX1" fmla="*/ 5702300 w 9194626"/>
              <a:gd name="connsiteY1" fmla="*/ 1016000 h 3369792"/>
              <a:gd name="connsiteX2" fmla="*/ 9182100 w 9194626"/>
              <a:gd name="connsiteY2" fmla="*/ 609600 h 3369792"/>
              <a:gd name="connsiteX3" fmla="*/ 9194626 w 9194626"/>
              <a:gd name="connsiteY3" fmla="*/ 3369792 h 3369792"/>
              <a:gd name="connsiteX4" fmla="*/ 0 w 9194626"/>
              <a:gd name="connsiteY4" fmla="*/ 3351770 h 3369792"/>
              <a:gd name="connsiteX5" fmla="*/ 12700 w 9194626"/>
              <a:gd name="connsiteY5" fmla="*/ 0 h 3369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4626" h="3369792">
                <a:moveTo>
                  <a:pt x="12700" y="0"/>
                </a:moveTo>
                <a:cubicBezTo>
                  <a:pt x="1909233" y="338667"/>
                  <a:pt x="3894667" y="1011767"/>
                  <a:pt x="5702300" y="1016000"/>
                </a:cubicBezTo>
                <a:cubicBezTo>
                  <a:pt x="7509933" y="1020233"/>
                  <a:pt x="8022167" y="745067"/>
                  <a:pt x="9182100" y="609600"/>
                </a:cubicBezTo>
                <a:cubicBezTo>
                  <a:pt x="9186275" y="1529664"/>
                  <a:pt x="9190451" y="2449728"/>
                  <a:pt x="9194626" y="3369792"/>
                </a:cubicBezTo>
                <a:lnTo>
                  <a:pt x="0" y="3351770"/>
                </a:lnTo>
                <a:cubicBezTo>
                  <a:pt x="4233" y="2306137"/>
                  <a:pt x="8467" y="1045633"/>
                  <a:pt x="12700" y="0"/>
                </a:cubicBezTo>
                <a:close/>
              </a:path>
            </a:pathLst>
          </a:custGeom>
          <a:gradFill flip="none" rotWithShape="1">
            <a:gsLst>
              <a:gs pos="21000">
                <a:srgbClr val="7DC8DF"/>
              </a:gs>
              <a:gs pos="100000">
                <a:srgbClr val="6699FF"/>
              </a:gs>
            </a:gsLst>
            <a:lin ang="5400000" scaled="1"/>
            <a:tileRect/>
          </a:gradFill>
          <a:ln w="9525">
            <a:solidFill>
              <a:schemeClr val="accent3">
                <a:lumMod val="75000"/>
              </a:scheme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indent="-342900" algn="ctr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da-DK" sz="1600" b="1" kern="0" noProof="1">
              <a:solidFill>
                <a:srgbClr val="FFFFFF"/>
              </a:solidFill>
              <a:latin typeface="Arial" pitchFamily="34" charset="0"/>
              <a:ea typeface="ＭＳ Ｐゴシック" pitchFamily="-97" charset="-128"/>
            </a:endParaRPr>
          </a:p>
        </p:txBody>
      </p:sp>
      <p:sp>
        <p:nvSpPr>
          <p:cNvPr id="8" name="Pladsholder til indhold 2"/>
          <p:cNvSpPr>
            <a:spLocks noGrp="1"/>
          </p:cNvSpPr>
          <p:nvPr>
            <p:ph idx="1"/>
          </p:nvPr>
        </p:nvSpPr>
        <p:spPr>
          <a:xfrm>
            <a:off x="457200" y="2552700"/>
            <a:ext cx="8229600" cy="35734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  <a:latin typeface="Arial" pitchFamily="34" charset="0"/>
              </a:defRPr>
            </a:lvl1pPr>
            <a:lvl2pPr>
              <a:defRPr>
                <a:solidFill>
                  <a:srgbClr val="000000"/>
                </a:solidFill>
                <a:latin typeface="Arial" pitchFamily="34" charset="0"/>
              </a:defRPr>
            </a:lvl2pPr>
            <a:lvl3pPr>
              <a:defRPr>
                <a:solidFill>
                  <a:srgbClr val="000000"/>
                </a:solidFill>
                <a:latin typeface="Arial" pitchFamily="34" charset="0"/>
              </a:defRPr>
            </a:lvl3pPr>
            <a:lvl4pPr>
              <a:defRPr>
                <a:solidFill>
                  <a:srgbClr val="000000"/>
                </a:solidFill>
                <a:latin typeface="Arial" pitchFamily="34" charset="0"/>
              </a:defRPr>
            </a:lvl4pPr>
            <a:lvl5pPr>
              <a:defRPr>
                <a:solidFill>
                  <a:srgbClr val="000000"/>
                </a:solidFill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 dirty="0"/>
          </a:p>
        </p:txBody>
      </p:sp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177800" y="515938"/>
            <a:ext cx="4584700" cy="563562"/>
          </a:xfrm>
          <a:prstGeom prst="rect">
            <a:avLst/>
          </a:prstGeom>
        </p:spPr>
        <p:txBody>
          <a:bodyPr/>
          <a:lstStyle>
            <a:lvl1pPr algn="l">
              <a:defRPr sz="3200">
                <a:latin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a-DK" dirty="0"/>
          </a:p>
        </p:txBody>
      </p:sp>
      <p:sp>
        <p:nvSpPr>
          <p:cNvPr id="12" name="Pladsholder til tekst 2"/>
          <p:cNvSpPr>
            <a:spLocks noGrp="1"/>
          </p:cNvSpPr>
          <p:nvPr>
            <p:ph type="body" idx="13"/>
          </p:nvPr>
        </p:nvSpPr>
        <p:spPr>
          <a:xfrm>
            <a:off x="177800" y="1130301"/>
            <a:ext cx="6489700" cy="35877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Arial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ladsholder til dato 3"/>
          <p:cNvSpPr>
            <a:spLocks noGrp="1"/>
          </p:cNvSpPr>
          <p:nvPr>
            <p:ph type="dt" sz="half" idx="1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000000"/>
                </a:solidFill>
                <a:latin typeface="Arial" pitchFamily="34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r>
              <a:rPr lang="da-DK"/>
              <a:t>Your footnote</a:t>
            </a:r>
          </a:p>
        </p:txBody>
      </p:sp>
      <p:sp>
        <p:nvSpPr>
          <p:cNvPr id="7" name="Pladsholder til diasnummer 5"/>
          <p:cNvSpPr>
            <a:spLocks noGrp="1"/>
          </p:cNvSpPr>
          <p:nvPr>
            <p:ph type="sldNum" sz="quarter" idx="1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000000"/>
                </a:solidFill>
                <a:latin typeface="Arial" pitchFamily="34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r>
              <a:rPr lang="da-DK"/>
              <a:t>Your Logo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Arial" pitchFamily="34" charset="0"/>
              </a:defRPr>
            </a:lvl1pPr>
            <a:lvl2pPr>
              <a:defRPr sz="2400">
                <a:latin typeface="Arial" pitchFamily="34" charset="0"/>
              </a:defRPr>
            </a:lvl2pPr>
            <a:lvl3pPr>
              <a:defRPr sz="2000">
                <a:latin typeface="Arial" pitchFamily="34" charset="0"/>
              </a:defRPr>
            </a:lvl3pPr>
            <a:lvl4pPr>
              <a:defRPr sz="1800">
                <a:latin typeface="Arial" pitchFamily="34" charset="0"/>
              </a:defRPr>
            </a:lvl4pPr>
            <a:lvl5pPr>
              <a:defRPr sz="1800">
                <a:latin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 dirty="0"/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Arial" pitchFamily="34" charset="0"/>
              </a:defRPr>
            </a:lvl1pPr>
            <a:lvl2pPr>
              <a:defRPr sz="2400">
                <a:latin typeface="Arial" pitchFamily="34" charset="0"/>
              </a:defRPr>
            </a:lvl2pPr>
            <a:lvl3pPr>
              <a:defRPr sz="2000">
                <a:latin typeface="Arial" pitchFamily="34" charset="0"/>
              </a:defRPr>
            </a:lvl3pPr>
            <a:lvl4pPr>
              <a:defRPr sz="1800">
                <a:latin typeface="Arial" pitchFamily="34" charset="0"/>
              </a:defRPr>
            </a:lvl4pPr>
            <a:lvl5pPr>
              <a:defRPr sz="1800">
                <a:latin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 dirty="0"/>
          </a:p>
        </p:txBody>
      </p:sp>
      <p:sp>
        <p:nvSpPr>
          <p:cNvPr id="5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fld id="{6A1995B2-2054-4552-B9D8-F9A523233DD4}" type="datetime1">
              <a:rPr lang="da-DK"/>
              <a:pPr>
                <a:defRPr/>
              </a:pPr>
              <a:t>21-03-2024</a:t>
            </a:fld>
            <a:endParaRPr lang="da-DK" dirty="0"/>
          </a:p>
        </p:txBody>
      </p:sp>
      <p:sp>
        <p:nvSpPr>
          <p:cNvPr id="6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7" name="Pladsholder til diasnumm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fld id="{79D6CB09-FE74-489B-8F95-A71BFDFC2947}" type="slidenum">
              <a:rPr lang="da-DK"/>
              <a:pPr>
                <a:defRPr/>
              </a:pPr>
              <a:t>‹#›</a:t>
            </a:fld>
            <a:endParaRPr lang="da-DK" dirty="0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a-DK" dirty="0"/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Arial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Arial" pitchFamily="34" charset="0"/>
              </a:defRPr>
            </a:lvl1pPr>
            <a:lvl2pPr>
              <a:defRPr sz="2000">
                <a:latin typeface="Arial" pitchFamily="34" charset="0"/>
              </a:defRPr>
            </a:lvl2pPr>
            <a:lvl3pPr>
              <a:defRPr sz="1800">
                <a:latin typeface="Arial" pitchFamily="34" charset="0"/>
              </a:defRPr>
            </a:lvl3pPr>
            <a:lvl4pPr>
              <a:defRPr sz="1600">
                <a:latin typeface="Arial" pitchFamily="34" charset="0"/>
              </a:defRPr>
            </a:lvl4pPr>
            <a:lvl5pPr>
              <a:defRPr sz="1600">
                <a:latin typeface="Arial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 dirty="0"/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Arial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Arial" pitchFamily="34" charset="0"/>
              </a:defRPr>
            </a:lvl1pPr>
            <a:lvl2pPr>
              <a:defRPr sz="2000">
                <a:latin typeface="Arial" pitchFamily="34" charset="0"/>
              </a:defRPr>
            </a:lvl2pPr>
            <a:lvl3pPr>
              <a:defRPr sz="1800">
                <a:latin typeface="Arial" pitchFamily="34" charset="0"/>
              </a:defRPr>
            </a:lvl3pPr>
            <a:lvl4pPr>
              <a:defRPr sz="1600">
                <a:latin typeface="Arial" pitchFamily="34" charset="0"/>
              </a:defRPr>
            </a:lvl4pPr>
            <a:lvl5pPr>
              <a:defRPr sz="1600">
                <a:latin typeface="Arial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 dirty="0"/>
          </a:p>
        </p:txBody>
      </p:sp>
      <p:sp>
        <p:nvSpPr>
          <p:cNvPr id="7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fld id="{CDCF07B0-78E5-4F95-8EA8-7289F126EBA7}" type="datetime1">
              <a:rPr lang="da-DK"/>
              <a:pPr>
                <a:defRPr/>
              </a:pPr>
              <a:t>21-03-2024</a:t>
            </a:fld>
            <a:endParaRPr lang="da-DK" dirty="0"/>
          </a:p>
        </p:txBody>
      </p:sp>
      <p:sp>
        <p:nvSpPr>
          <p:cNvPr id="8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9" name="Pladsholder til diasnumm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fld id="{FF4A9B8F-3AC1-455B-9EE3-3FEF1B60DBEB}" type="slidenum">
              <a:rPr lang="da-DK"/>
              <a:pPr>
                <a:defRPr/>
              </a:pPr>
              <a:t>‹#›</a:t>
            </a:fld>
            <a:endParaRPr lang="da-DK" dirty="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a-DK" dirty="0"/>
          </a:p>
        </p:txBody>
      </p:sp>
      <p:sp>
        <p:nvSpPr>
          <p:cNvPr id="3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fld id="{91158264-7C21-4C71-A444-464158B6EAA3}" type="datetime1">
              <a:rPr lang="da-DK"/>
              <a:pPr>
                <a:defRPr/>
              </a:pPr>
              <a:t>21-03-2024</a:t>
            </a:fld>
            <a:endParaRPr lang="da-DK" dirty="0"/>
          </a:p>
        </p:txBody>
      </p:sp>
      <p:sp>
        <p:nvSpPr>
          <p:cNvPr id="4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5" name="Pladsholder til diasnumm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fld id="{F66C02B6-5F01-4A93-9D71-1A41D83F406D}" type="slidenum">
              <a:rPr lang="da-DK"/>
              <a:pPr>
                <a:defRPr/>
              </a:pPr>
              <a:t>‹#›</a:t>
            </a:fld>
            <a:endParaRPr lang="da-DK" dirty="0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fld id="{3EC4D59E-D79C-4F87-9229-2102570150DF}" type="datetime1">
              <a:rPr lang="da-DK"/>
              <a:pPr>
                <a:defRPr/>
              </a:pPr>
              <a:t>21-03-2024</a:t>
            </a:fld>
            <a:endParaRPr lang="da-DK" dirty="0"/>
          </a:p>
        </p:txBody>
      </p:sp>
      <p:sp>
        <p:nvSpPr>
          <p:cNvPr id="3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4" name="Pladsholder til diasnumm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fld id="{9C05B8B7-8FEE-4042-A036-DF028CEC9A6A}" type="slidenum">
              <a:rPr lang="da-DK"/>
              <a:pPr>
                <a:defRPr/>
              </a:pPr>
              <a:t>‹#›</a:t>
            </a:fld>
            <a:endParaRPr lang="da-DK" dirty="0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Arial" pitchFamily="34" charset="0"/>
              </a:defRPr>
            </a:lvl1pPr>
            <a:lvl2pPr>
              <a:defRPr sz="2800">
                <a:latin typeface="Arial" pitchFamily="34" charset="0"/>
              </a:defRPr>
            </a:lvl2pPr>
            <a:lvl3pPr>
              <a:defRPr sz="2400">
                <a:latin typeface="Arial" pitchFamily="34" charset="0"/>
              </a:defRPr>
            </a:lvl3pPr>
            <a:lvl4pPr>
              <a:defRPr sz="2000">
                <a:latin typeface="Arial" pitchFamily="34" charset="0"/>
              </a:defRPr>
            </a:lvl4pPr>
            <a:lvl5pPr>
              <a:defRPr sz="2000">
                <a:latin typeface="Arial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fld id="{C407888B-3C26-497B-AD2B-C3EAE1342FE8}" type="datetime1">
              <a:rPr lang="da-DK"/>
              <a:pPr>
                <a:defRPr/>
              </a:pPr>
              <a:t>21-03-2024</a:t>
            </a:fld>
            <a:endParaRPr lang="da-DK" dirty="0"/>
          </a:p>
        </p:txBody>
      </p:sp>
      <p:sp>
        <p:nvSpPr>
          <p:cNvPr id="6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7" name="Pladsholder til diasnumm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fld id="{50982392-096A-4A4B-8B76-6CD611A3B48D}" type="slidenum">
              <a:rPr lang="da-DK"/>
              <a:pPr>
                <a:defRPr/>
              </a:pPr>
              <a:t>‹#›</a:t>
            </a:fld>
            <a:endParaRPr lang="da-DK" dirty="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a-DK" dirty="0"/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>
                <a:latin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da-DK" noProof="0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fld id="{BFB78533-4D4F-4295-947C-8ED241200F34}" type="datetime1">
              <a:rPr lang="da-DK"/>
              <a:pPr>
                <a:defRPr/>
              </a:pPr>
              <a:t>21-03-2024</a:t>
            </a:fld>
            <a:endParaRPr lang="da-DK" dirty="0"/>
          </a:p>
        </p:txBody>
      </p:sp>
      <p:sp>
        <p:nvSpPr>
          <p:cNvPr id="6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7" name="Pladsholder til diasnumm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fld id="{2DD05A01-DB0F-425C-ABDB-A7E8E27B12EA}" type="slidenum">
              <a:rPr lang="da-DK"/>
              <a:pPr>
                <a:defRPr/>
              </a:pPr>
              <a:t>‹#›</a:t>
            </a:fld>
            <a:endParaRPr lang="da-DK" dirty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a-DK" dirty="0"/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itchFamily="34" charset="0"/>
              </a:defRPr>
            </a:lvl1pPr>
            <a:lvl2pPr>
              <a:defRPr>
                <a:latin typeface="Arial" pitchFamily="34" charset="0"/>
              </a:defRPr>
            </a:lvl2pPr>
            <a:lvl3pPr>
              <a:defRPr>
                <a:latin typeface="Arial" pitchFamily="34" charset="0"/>
              </a:defRPr>
            </a:lvl3pPr>
            <a:lvl4pPr>
              <a:defRPr>
                <a:latin typeface="Arial" pitchFamily="34" charset="0"/>
              </a:defRPr>
            </a:lvl4pPr>
            <a:lvl5pPr>
              <a:defRPr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fld id="{3BA166EC-68A0-46C1-B588-D765070EB3F3}" type="datetime1">
              <a:rPr lang="da-DK"/>
              <a:pPr>
                <a:defRPr/>
              </a:pPr>
              <a:t>21-03-2024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fld id="{1DEEF509-08E2-4F04-B43F-1BB9E4B6630A}" type="slidenum">
              <a:rPr lang="da-DK"/>
              <a:pPr>
                <a:defRPr/>
              </a:pPr>
              <a:t>‹#›</a:t>
            </a:fld>
            <a:endParaRPr lang="da-DK" dirty="0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da-DK" dirty="0"/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itchFamily="34" charset="0"/>
              </a:defRPr>
            </a:lvl1pPr>
            <a:lvl2pPr>
              <a:defRPr>
                <a:latin typeface="Arial" pitchFamily="34" charset="0"/>
              </a:defRPr>
            </a:lvl2pPr>
            <a:lvl3pPr>
              <a:defRPr>
                <a:latin typeface="Arial" pitchFamily="34" charset="0"/>
              </a:defRPr>
            </a:lvl3pPr>
            <a:lvl4pPr>
              <a:defRPr>
                <a:latin typeface="Arial" pitchFamily="34" charset="0"/>
              </a:defRPr>
            </a:lvl4pPr>
            <a:lvl5pPr>
              <a:defRPr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fld id="{2D11D129-8857-47B5-B5AD-CA158AB7D7D6}" type="datetime1">
              <a:rPr lang="da-DK"/>
              <a:pPr>
                <a:defRPr/>
              </a:pPr>
              <a:t>21-03-2024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endParaRPr lang="da-DK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  <a:ea typeface="ＭＳ Ｐゴシック" pitchFamily="-97" charset="-128"/>
              </a:defRPr>
            </a:lvl1pPr>
          </a:lstStyle>
          <a:p>
            <a:pPr>
              <a:defRPr/>
            </a:pPr>
            <a:fld id="{DB99397C-9C4F-438B-9CFA-9957D0153AE3}" type="slidenum">
              <a:rPr lang="da-DK"/>
              <a:pPr>
                <a:defRPr/>
              </a:pPr>
              <a:t>‹#›</a:t>
            </a:fld>
            <a:endParaRPr lang="da-DK" dirty="0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ktangel 2"/>
          <p:cNvSpPr>
            <a:spLocks noChangeArrowheads="1"/>
          </p:cNvSpPr>
          <p:nvPr/>
        </p:nvSpPr>
        <p:spPr bwMode="auto">
          <a:xfrm>
            <a:off x="0" y="795338"/>
            <a:ext cx="9144000" cy="1230312"/>
          </a:xfrm>
          <a:prstGeom prst="rect">
            <a:avLst/>
          </a:prstGeom>
          <a:gradFill flip="none" rotWithShape="1">
            <a:gsLst>
              <a:gs pos="21000">
                <a:srgbClr val="7DC8DF"/>
              </a:gs>
              <a:gs pos="100000">
                <a:srgbClr val="6699FF"/>
              </a:gs>
            </a:gsLst>
            <a:lin ang="540000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indent="-342900" algn="ctr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da-DK" sz="1600" b="1" kern="0" noProof="1">
              <a:solidFill>
                <a:srgbClr val="FFFFFF"/>
              </a:solidFill>
              <a:latin typeface="Arial" pitchFamily="34" charset="0"/>
              <a:ea typeface="ＭＳ Ｐゴシック" pitchFamily="-97" charset="-128"/>
            </a:endParaRPr>
          </a:p>
        </p:txBody>
      </p:sp>
      <p:pic>
        <p:nvPicPr>
          <p:cNvPr id="6" name="Billede 3" descr="dreamstime_www_world.jp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583488" y="793750"/>
            <a:ext cx="1560512" cy="125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457200" y="2298700"/>
            <a:ext cx="8229600" cy="38274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1pPr>
            <a:lvl2pPr>
              <a:defRPr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2pPr>
            <a:lvl3pPr>
              <a:defRPr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3pPr>
            <a:lvl4pPr>
              <a:defRPr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4pPr>
            <a:lvl5pPr>
              <a:defRPr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da-DK" dirty="0"/>
              <a:t>Klik for at redigere teksttypografierne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10" name="Titel 1"/>
          <p:cNvSpPr>
            <a:spLocks noGrp="1"/>
          </p:cNvSpPr>
          <p:nvPr>
            <p:ph type="title"/>
          </p:nvPr>
        </p:nvSpPr>
        <p:spPr>
          <a:xfrm>
            <a:off x="177800" y="833438"/>
            <a:ext cx="4584700" cy="563562"/>
          </a:xfrm>
          <a:prstGeom prst="rect">
            <a:avLst/>
          </a:prstGeom>
        </p:spPr>
        <p:txBody>
          <a:bodyPr/>
          <a:lstStyle>
            <a:lvl1pPr algn="l">
              <a:defRPr sz="32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Klik for at redigere i masteren</a:t>
            </a:r>
          </a:p>
        </p:txBody>
      </p:sp>
      <p:sp>
        <p:nvSpPr>
          <p:cNvPr id="11" name="Pladsholder til tekst 2"/>
          <p:cNvSpPr>
            <a:spLocks noGrp="1"/>
          </p:cNvSpPr>
          <p:nvPr>
            <p:ph type="body" idx="13"/>
          </p:nvPr>
        </p:nvSpPr>
        <p:spPr>
          <a:xfrm>
            <a:off x="177800" y="1447800"/>
            <a:ext cx="5369560" cy="44195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 b="1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 dirty="0"/>
              <a:t>Klik for at redigere teksttypografierne i masteren</a:t>
            </a:r>
          </a:p>
        </p:txBody>
      </p:sp>
      <p:sp>
        <p:nvSpPr>
          <p:cNvPr id="7" name="Pladsholder til dato 3"/>
          <p:cNvSpPr>
            <a:spLocks noGrp="1"/>
          </p:cNvSpPr>
          <p:nvPr userDrawn="1">
            <p:ph type="dt" sz="half" idx="1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000000"/>
                </a:solidFill>
                <a:latin typeface="Arial" pitchFamily="34" charset="0"/>
                <a:cs typeface="ＭＳ Ｐゴシック" charset="-128"/>
              </a:defRPr>
            </a:lvl1pPr>
          </a:lstStyle>
          <a:p>
            <a:pPr>
              <a:defRPr/>
            </a:pPr>
            <a:r>
              <a:rPr lang="da-DK"/>
              <a:t>Your footnote</a:t>
            </a:r>
          </a:p>
        </p:txBody>
      </p:sp>
      <p:sp>
        <p:nvSpPr>
          <p:cNvPr id="8" name="Pladsholder til diasnummer 5"/>
          <p:cNvSpPr>
            <a:spLocks noGrp="1"/>
          </p:cNvSpPr>
          <p:nvPr userDrawn="1">
            <p:ph type="sldNum" sz="quarter" idx="1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000000"/>
                </a:solidFill>
                <a:latin typeface="Arial" pitchFamily="34" charset="0"/>
                <a:cs typeface="ＭＳ Ｐゴシック" charset="-128"/>
              </a:defRPr>
            </a:lvl1pPr>
          </a:lstStyle>
          <a:p>
            <a:pPr>
              <a:defRPr/>
            </a:pPr>
            <a:r>
              <a:rPr lang="da-DK"/>
              <a:t>Your Logo</a:t>
            </a: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e 12"/>
          <p:cNvGrpSpPr>
            <a:grpSpLocks/>
          </p:cNvGrpSpPr>
          <p:nvPr userDrawn="1"/>
        </p:nvGrpSpPr>
        <p:grpSpPr bwMode="auto">
          <a:xfrm>
            <a:off x="0" y="0"/>
            <a:ext cx="9144000" cy="1970088"/>
            <a:chOff x="0" y="0"/>
            <a:chExt cx="9144000" cy="1970099"/>
          </a:xfrm>
        </p:grpSpPr>
        <p:sp>
          <p:nvSpPr>
            <p:cNvPr id="6" name="Rektangel 2"/>
            <p:cNvSpPr>
              <a:spLocks noChangeArrowheads="1"/>
            </p:cNvSpPr>
            <p:nvPr userDrawn="1"/>
          </p:nvSpPr>
          <p:spPr bwMode="auto">
            <a:xfrm>
              <a:off x="0" y="0"/>
              <a:ext cx="9144000" cy="1970099"/>
            </a:xfrm>
            <a:prstGeom prst="rect">
              <a:avLst/>
            </a:prstGeom>
            <a:gradFill flip="none" rotWithShape="1">
              <a:gsLst>
                <a:gs pos="21000">
                  <a:srgbClr val="7DC8DF"/>
                </a:gs>
                <a:gs pos="100000">
                  <a:srgbClr val="6699FF"/>
                </a:gs>
              </a:gsLst>
              <a:lin ang="5400000" scaled="1"/>
              <a:tileRect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indent="-342900" algn="ctr">
                <a:buFont typeface="Calibri" pitchFamily="34" charset="0"/>
                <a:buAutoNum type="arabicPeriod"/>
                <a:defRPr/>
              </a:pPr>
              <a:endParaRPr lang="en-US" sz="1600" b="1" noProof="1">
                <a:solidFill>
                  <a:srgbClr val="FFFFFF"/>
                </a:solidFill>
                <a:latin typeface="Arial" pitchFamily="34" charset="0"/>
              </a:endParaRPr>
            </a:p>
          </p:txBody>
        </p:sp>
        <p:sp>
          <p:nvSpPr>
            <p:cNvPr id="7" name="Rektangel 3"/>
            <p:cNvSpPr>
              <a:spLocks noChangeArrowheads="1"/>
            </p:cNvSpPr>
            <p:nvPr userDrawn="1"/>
          </p:nvSpPr>
          <p:spPr bwMode="auto">
            <a:xfrm>
              <a:off x="0" y="1703398"/>
              <a:ext cx="9144000" cy="266701"/>
            </a:xfrm>
            <a:prstGeom prst="rect">
              <a:avLst/>
            </a:prstGeom>
            <a:gradFill rotWithShape="1">
              <a:gsLst>
                <a:gs pos="0">
                  <a:srgbClr val="002060"/>
                </a:gs>
                <a:gs pos="100000">
                  <a:srgbClr val="1F88C8"/>
                </a:gs>
              </a:gsLst>
              <a:lin ang="16200000"/>
            </a:gradFill>
            <a:ln w="9525">
              <a:solidFill>
                <a:srgbClr val="227088"/>
              </a:solidFill>
              <a:miter lim="800000"/>
              <a:headEnd/>
              <a:tailEnd/>
            </a:ln>
            <a:effectLst>
              <a:outerShdw blurRad="63500" dist="23000" dir="5400000" rotWithShape="0">
                <a:srgbClr val="000000">
                  <a:alpha val="34998"/>
                </a:srgbClr>
              </a:outerShdw>
            </a:effectLst>
          </p:spPr>
          <p:txBody>
            <a:bodyPr anchor="ctr"/>
            <a:lstStyle/>
            <a:p>
              <a:pPr indent="-342900" algn="ctr" defTabSz="914400">
                <a:buFont typeface="Calibri" pitchFamily="34" charset="0"/>
                <a:buAutoNum type="arabicPeriod"/>
                <a:defRPr/>
              </a:pPr>
              <a:endParaRPr lang="en-US" sz="1400" b="1" noProof="1">
                <a:solidFill>
                  <a:srgbClr val="FFFFFF"/>
                </a:solidFill>
                <a:latin typeface="Arial" pitchFamily="34" charset="0"/>
              </a:endParaRPr>
            </a:p>
          </p:txBody>
        </p:sp>
      </p:grpSp>
      <p:sp>
        <p:nvSpPr>
          <p:cNvPr id="8" name="Pladsholder til indhold 2"/>
          <p:cNvSpPr>
            <a:spLocks noGrp="1"/>
          </p:cNvSpPr>
          <p:nvPr>
            <p:ph idx="1"/>
          </p:nvPr>
        </p:nvSpPr>
        <p:spPr>
          <a:xfrm>
            <a:off x="457200" y="2552700"/>
            <a:ext cx="8229600" cy="35734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1pPr>
            <a:lvl2pPr>
              <a:defRPr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2pPr>
            <a:lvl3pPr>
              <a:defRPr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3pPr>
            <a:lvl4pPr>
              <a:defRPr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4pPr>
            <a:lvl5pPr>
              <a:defRPr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da-DK" dirty="0"/>
              <a:t>Klik for at redigere teksttypografierne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11" name="Titel 1"/>
          <p:cNvSpPr>
            <a:spLocks noGrp="1"/>
          </p:cNvSpPr>
          <p:nvPr>
            <p:ph type="title"/>
          </p:nvPr>
        </p:nvSpPr>
        <p:spPr>
          <a:xfrm>
            <a:off x="177800" y="515938"/>
            <a:ext cx="4584700" cy="563562"/>
          </a:xfrm>
          <a:prstGeom prst="rect">
            <a:avLst/>
          </a:prstGeom>
        </p:spPr>
        <p:txBody>
          <a:bodyPr/>
          <a:lstStyle>
            <a:lvl1pPr algn="l">
              <a:defRPr sz="32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Klik for at redigere i masteren</a:t>
            </a:r>
          </a:p>
        </p:txBody>
      </p:sp>
      <p:sp>
        <p:nvSpPr>
          <p:cNvPr id="12" name="Pladsholder til tekst 2"/>
          <p:cNvSpPr>
            <a:spLocks noGrp="1"/>
          </p:cNvSpPr>
          <p:nvPr>
            <p:ph type="body" idx="13"/>
          </p:nvPr>
        </p:nvSpPr>
        <p:spPr>
          <a:xfrm>
            <a:off x="177800" y="1130301"/>
            <a:ext cx="6489700" cy="35877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 dirty="0"/>
              <a:t>Klik for at redigere teksttypografierne i masteren</a:t>
            </a:r>
          </a:p>
        </p:txBody>
      </p:sp>
      <p:sp>
        <p:nvSpPr>
          <p:cNvPr id="9" name="Pladsholder til dato 3"/>
          <p:cNvSpPr>
            <a:spLocks noGrp="1"/>
          </p:cNvSpPr>
          <p:nvPr>
            <p:ph type="dt" sz="half" idx="1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000000"/>
                </a:solidFill>
                <a:latin typeface="Arial" pitchFamily="34" charset="0"/>
                <a:cs typeface="ＭＳ Ｐゴシック" charset="-128"/>
              </a:defRPr>
            </a:lvl1pPr>
          </a:lstStyle>
          <a:p>
            <a:pPr>
              <a:defRPr/>
            </a:pPr>
            <a:r>
              <a:rPr lang="da-DK"/>
              <a:t>Your footnote</a:t>
            </a:r>
          </a:p>
        </p:txBody>
      </p:sp>
      <p:sp>
        <p:nvSpPr>
          <p:cNvPr id="10" name="Pladsholder til diasnummer 5"/>
          <p:cNvSpPr>
            <a:spLocks noGrp="1"/>
          </p:cNvSpPr>
          <p:nvPr>
            <p:ph type="sldNum" sz="quarter" idx="15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rgbClr val="000000"/>
                </a:solidFill>
                <a:latin typeface="Arial" pitchFamily="34" charset="0"/>
                <a:cs typeface="ＭＳ Ｐゴシック" charset="-128"/>
              </a:defRPr>
            </a:lvl1pPr>
          </a:lstStyle>
          <a:p>
            <a:pPr>
              <a:defRPr/>
            </a:pPr>
            <a:r>
              <a:rPr lang="da-DK"/>
              <a:t>Your Logo</a:t>
            </a: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r>
              <a:rPr lang="da-DK" dirty="0"/>
              <a:t>Klik for at redigere i masteren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Arial" pitchFamily="34" charset="0"/>
              </a:defRPr>
            </a:lvl1pPr>
            <a:lvl2pPr>
              <a:defRPr sz="2400">
                <a:latin typeface="Arial" pitchFamily="34" charset="0"/>
              </a:defRPr>
            </a:lvl2pPr>
            <a:lvl3pPr>
              <a:defRPr sz="2000">
                <a:latin typeface="Arial" pitchFamily="34" charset="0"/>
              </a:defRPr>
            </a:lvl3pPr>
            <a:lvl4pPr>
              <a:defRPr sz="1800">
                <a:latin typeface="Arial" pitchFamily="34" charset="0"/>
              </a:defRPr>
            </a:lvl4pPr>
            <a:lvl5pPr>
              <a:defRPr sz="1800">
                <a:latin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redigere teksttypografierne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Arial" pitchFamily="34" charset="0"/>
              </a:defRPr>
            </a:lvl1pPr>
            <a:lvl2pPr>
              <a:defRPr sz="2400">
                <a:latin typeface="Arial" pitchFamily="34" charset="0"/>
              </a:defRPr>
            </a:lvl2pPr>
            <a:lvl3pPr>
              <a:defRPr sz="2000">
                <a:latin typeface="Arial" pitchFamily="34" charset="0"/>
              </a:defRPr>
            </a:lvl3pPr>
            <a:lvl4pPr>
              <a:defRPr sz="1800">
                <a:latin typeface="Arial" pitchFamily="34" charset="0"/>
              </a:defRPr>
            </a:lvl4pPr>
            <a:lvl5pPr>
              <a:defRPr sz="1800">
                <a:latin typeface="Arial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a-DK" dirty="0"/>
              <a:t>Klik for at redigere teksttypografierne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5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4457EA11-EFDF-4DA3-B842-761A59241922}" type="datetime1">
              <a:rPr lang="da-DK"/>
              <a:pPr>
                <a:defRPr/>
              </a:pPr>
              <a:t>21-03-2024</a:t>
            </a:fld>
            <a:endParaRPr lang="da-DK" dirty="0"/>
          </a:p>
        </p:txBody>
      </p:sp>
      <p:sp>
        <p:nvSpPr>
          <p:cNvPr id="6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Pladsholder til diasnumm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FFB08011-03CC-44B8-B792-7FED9D078C58}" type="slidenum">
              <a:rPr lang="da-DK"/>
              <a:pPr>
                <a:defRPr/>
              </a:pPr>
              <a:t>‹#›</a:t>
            </a:fld>
            <a:endParaRPr lang="da-DK" dirty="0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r>
              <a:rPr lang="da-DK" dirty="0"/>
              <a:t>Klik for at redigere i masteren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Arial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 dirty="0"/>
              <a:t>Klik for at redigere teksttypografierne i masteren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Arial" pitchFamily="34" charset="0"/>
              </a:defRPr>
            </a:lvl1pPr>
            <a:lvl2pPr>
              <a:defRPr sz="2000">
                <a:latin typeface="Arial" pitchFamily="34" charset="0"/>
              </a:defRPr>
            </a:lvl2pPr>
            <a:lvl3pPr>
              <a:defRPr sz="1800">
                <a:latin typeface="Arial" pitchFamily="34" charset="0"/>
              </a:defRPr>
            </a:lvl3pPr>
            <a:lvl4pPr>
              <a:defRPr sz="1600">
                <a:latin typeface="Arial" pitchFamily="34" charset="0"/>
              </a:defRPr>
            </a:lvl4pPr>
            <a:lvl5pPr>
              <a:defRPr sz="1600">
                <a:latin typeface="Arial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 dirty="0"/>
              <a:t>Klik for at redigere teksttypografierne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Arial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 dirty="0"/>
              <a:t>Klik for at redigere teksttypografierne i masteren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Arial" pitchFamily="34" charset="0"/>
              </a:defRPr>
            </a:lvl1pPr>
            <a:lvl2pPr>
              <a:defRPr sz="2000">
                <a:latin typeface="Arial" pitchFamily="34" charset="0"/>
              </a:defRPr>
            </a:lvl2pPr>
            <a:lvl3pPr>
              <a:defRPr sz="1800">
                <a:latin typeface="Arial" pitchFamily="34" charset="0"/>
              </a:defRPr>
            </a:lvl3pPr>
            <a:lvl4pPr>
              <a:defRPr sz="1600">
                <a:latin typeface="Arial" pitchFamily="34" charset="0"/>
              </a:defRPr>
            </a:lvl4pPr>
            <a:lvl5pPr>
              <a:defRPr sz="1600">
                <a:latin typeface="Arial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 dirty="0"/>
              <a:t>Klik for at redigere teksttypografierne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7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E1214C2A-8C27-4E40-8DA1-488D350203AD}" type="datetime1">
              <a:rPr lang="da-DK"/>
              <a:pPr>
                <a:defRPr/>
              </a:pPr>
              <a:t>21-03-2024</a:t>
            </a:fld>
            <a:endParaRPr lang="da-DK" dirty="0"/>
          </a:p>
        </p:txBody>
      </p:sp>
      <p:sp>
        <p:nvSpPr>
          <p:cNvPr id="8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Pladsholder til diasnumm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591C4F11-C667-4DBB-9AEB-30944A877E1C}" type="slidenum">
              <a:rPr lang="da-DK"/>
              <a:pPr>
                <a:defRPr/>
              </a:pPr>
              <a:t>‹#›</a:t>
            </a:fld>
            <a:endParaRPr lang="da-DK" dirty="0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r>
              <a:rPr lang="da-DK" dirty="0"/>
              <a:t>Klik for at redigere i masteren</a:t>
            </a:r>
          </a:p>
        </p:txBody>
      </p:sp>
      <p:sp>
        <p:nvSpPr>
          <p:cNvPr id="3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1C0CA15C-7AC8-45FB-95A7-53A1895E1590}" type="datetime1">
              <a:rPr lang="da-DK"/>
              <a:pPr>
                <a:defRPr/>
              </a:pPr>
              <a:t>21-03-2024</a:t>
            </a:fld>
            <a:endParaRPr lang="da-DK" dirty="0"/>
          </a:p>
        </p:txBody>
      </p:sp>
      <p:sp>
        <p:nvSpPr>
          <p:cNvPr id="4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Pladsholder til diasnumm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16470AF8-ED16-43A4-8C07-2F99234B8D62}" type="slidenum">
              <a:rPr lang="da-DK"/>
              <a:pPr>
                <a:defRPr/>
              </a:pPr>
              <a:t>‹#›</a:t>
            </a:fld>
            <a:endParaRPr lang="da-DK" dirty="0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4D97D85A-57EA-4997-BC98-5DEE90311358}" type="datetime1">
              <a:rPr lang="da-DK"/>
              <a:pPr>
                <a:defRPr/>
              </a:pPr>
              <a:t>21-03-2024</a:t>
            </a:fld>
            <a:endParaRPr lang="da-DK" dirty="0"/>
          </a:p>
        </p:txBody>
      </p:sp>
      <p:sp>
        <p:nvSpPr>
          <p:cNvPr id="3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Pladsholder til diasnumm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92EB0010-9142-4656-9026-5E3F937809F4}" type="slidenum">
              <a:rPr lang="da-DK"/>
              <a:pPr>
                <a:defRPr/>
              </a:pPr>
              <a:t>‹#›</a:t>
            </a:fld>
            <a:endParaRPr lang="da-DK" dirty="0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Arial" pitchFamily="34" charset="0"/>
              </a:defRPr>
            </a:lvl1pPr>
          </a:lstStyle>
          <a:p>
            <a:r>
              <a:rPr lang="da-DK" dirty="0"/>
              <a:t>Klik for at redigere i masteren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Arial" pitchFamily="34" charset="0"/>
              </a:defRPr>
            </a:lvl1pPr>
            <a:lvl2pPr>
              <a:defRPr sz="2800">
                <a:latin typeface="Arial" pitchFamily="34" charset="0"/>
              </a:defRPr>
            </a:lvl2pPr>
            <a:lvl3pPr>
              <a:defRPr sz="2400">
                <a:latin typeface="Arial" pitchFamily="34" charset="0"/>
              </a:defRPr>
            </a:lvl3pPr>
            <a:lvl4pPr>
              <a:defRPr sz="2000">
                <a:latin typeface="Arial" pitchFamily="34" charset="0"/>
              </a:defRPr>
            </a:lvl4pPr>
            <a:lvl5pPr>
              <a:defRPr sz="2000">
                <a:latin typeface="Arial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 dirty="0"/>
              <a:t>Klik for at redigere teksttypografierne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 dirty="0"/>
              <a:t>Klik for at redigere teksttypografierne i masteren</a:t>
            </a:r>
          </a:p>
        </p:txBody>
      </p:sp>
      <p:sp>
        <p:nvSpPr>
          <p:cNvPr id="5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2164FA15-2FEB-44DB-99FE-4D1610CA0471}" type="datetime1">
              <a:rPr lang="da-DK"/>
              <a:pPr>
                <a:defRPr/>
              </a:pPr>
              <a:t>21-03-2024</a:t>
            </a:fld>
            <a:endParaRPr lang="da-DK" dirty="0"/>
          </a:p>
        </p:txBody>
      </p:sp>
      <p:sp>
        <p:nvSpPr>
          <p:cNvPr id="6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Pladsholder til diasnumm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D5484986-DC53-4F95-90D3-4ED83E76E83A}" type="slidenum">
              <a:rPr lang="da-DK"/>
              <a:pPr>
                <a:defRPr/>
              </a:pPr>
              <a:t>‹#›</a:t>
            </a:fld>
            <a:endParaRPr lang="da-DK" dirty="0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latin typeface="Arial" pitchFamily="34" charset="0"/>
              </a:defRPr>
            </a:lvl1pPr>
          </a:lstStyle>
          <a:p>
            <a:r>
              <a:rPr lang="da-DK" dirty="0"/>
              <a:t>Klik for at redigere i masteren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>
                <a:latin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a-DK" noProof="0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 dirty="0"/>
              <a:t>Klik for at redigere teksttypografierne i masteren</a:t>
            </a:r>
          </a:p>
        </p:txBody>
      </p:sp>
      <p:sp>
        <p:nvSpPr>
          <p:cNvPr id="5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C1A035BE-EB24-4F69-8971-876CA831348F}" type="datetime1">
              <a:rPr lang="da-DK"/>
              <a:pPr>
                <a:defRPr/>
              </a:pPr>
              <a:t>21-03-2024</a:t>
            </a:fld>
            <a:endParaRPr lang="da-DK" dirty="0"/>
          </a:p>
        </p:txBody>
      </p:sp>
      <p:sp>
        <p:nvSpPr>
          <p:cNvPr id="6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Pladsholder til diasnumm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E5C199B9-8DFB-4DF6-8891-4E2F409AB5E4}" type="slidenum">
              <a:rPr lang="da-DK"/>
              <a:pPr>
                <a:defRPr/>
              </a:pPr>
              <a:t>‹#›</a:t>
            </a:fld>
            <a:endParaRPr lang="da-DK" dirty="0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</a:defRPr>
            </a:lvl1pPr>
          </a:lstStyle>
          <a:p>
            <a:r>
              <a:rPr lang="da-DK" dirty="0"/>
              <a:t>Klik for at redigere i masteren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itchFamily="34" charset="0"/>
              </a:defRPr>
            </a:lvl1pPr>
            <a:lvl2pPr>
              <a:defRPr>
                <a:latin typeface="Arial" pitchFamily="34" charset="0"/>
              </a:defRPr>
            </a:lvl2pPr>
            <a:lvl3pPr>
              <a:defRPr>
                <a:latin typeface="Arial" pitchFamily="34" charset="0"/>
              </a:defRPr>
            </a:lvl3pPr>
            <a:lvl4pPr>
              <a:defRPr>
                <a:latin typeface="Arial" pitchFamily="34" charset="0"/>
              </a:defRPr>
            </a:lvl4pPr>
            <a:lvl5pPr>
              <a:defRPr>
                <a:latin typeface="Arial" pitchFamily="34" charset="0"/>
              </a:defRPr>
            </a:lvl5pPr>
          </a:lstStyle>
          <a:p>
            <a:pPr lvl="0"/>
            <a:r>
              <a:rPr lang="da-DK" dirty="0"/>
              <a:t>Klik for at redigere teksttypografierne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A1A84D93-4EA4-4835-B902-846D4C7EFCBD}" type="datetime1">
              <a:rPr lang="da-DK"/>
              <a:pPr>
                <a:defRPr/>
              </a:pPr>
              <a:t>21-03-2024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891785C5-A3AF-4053-A350-AD41AFC4A812}" type="slidenum">
              <a:rPr lang="da-DK"/>
              <a:pPr>
                <a:defRPr/>
              </a:pPr>
              <a:t>‹#›</a:t>
            </a:fld>
            <a:endParaRPr lang="da-DK" dirty="0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itchFamily="34" charset="0"/>
              </a:defRPr>
            </a:lvl1pPr>
          </a:lstStyle>
          <a:p>
            <a:r>
              <a:rPr lang="da-DK" dirty="0"/>
              <a:t>Klik for at redigere i masteren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itchFamily="34" charset="0"/>
              </a:defRPr>
            </a:lvl1pPr>
            <a:lvl2pPr>
              <a:defRPr>
                <a:latin typeface="Arial" pitchFamily="34" charset="0"/>
              </a:defRPr>
            </a:lvl2pPr>
            <a:lvl3pPr>
              <a:defRPr>
                <a:latin typeface="Arial" pitchFamily="34" charset="0"/>
              </a:defRPr>
            </a:lvl3pPr>
            <a:lvl4pPr>
              <a:defRPr>
                <a:latin typeface="Arial" pitchFamily="34" charset="0"/>
              </a:defRPr>
            </a:lvl4pPr>
            <a:lvl5pPr>
              <a:defRPr>
                <a:latin typeface="Arial" pitchFamily="34" charset="0"/>
              </a:defRPr>
            </a:lvl5pPr>
          </a:lstStyle>
          <a:p>
            <a:pPr lvl="0"/>
            <a:r>
              <a:rPr lang="da-DK" dirty="0"/>
              <a:t>Klik for at redigere teksttypografierne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B0D4E843-3A2B-44B0-AE40-616A0A7C3839}" type="datetime1">
              <a:rPr lang="da-DK"/>
              <a:pPr>
                <a:defRPr/>
              </a:pPr>
              <a:t>21-03-2024</a:t>
            </a:fld>
            <a:endParaRPr lang="da-DK" dirty="0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Pladsholder til diasnumm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</a:defRPr>
            </a:lvl1pPr>
          </a:lstStyle>
          <a:p>
            <a:pPr>
              <a:defRPr/>
            </a:pPr>
            <a:fld id="{E78FEC7B-3AA6-46D5-A3F4-BB9C6352F0C3}" type="slidenum">
              <a:rPr lang="da-DK"/>
              <a:pPr>
                <a:defRPr/>
              </a:pPr>
              <a:t>‹#›</a:t>
            </a:fld>
            <a:endParaRPr lang="da-DK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?>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3000">
              <a:schemeClr val="bg1"/>
            </a:gs>
            <a:gs pos="34000">
              <a:schemeClr val="bg2">
                <a:alpha val="49000"/>
              </a:schemeClr>
            </a:gs>
            <a:gs pos="68000">
              <a:schemeClr val="bg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944" r:id="rId1"/>
    <p:sldLayoutId id="2147483946" r:id="rId2"/>
    <p:sldLayoutId id="2147483947" r:id="rId3"/>
    <p:sldLayoutId id="2147483948" r:id="rId4"/>
    <p:sldLayoutId id="2147483949" r:id="rId5"/>
    <p:sldLayoutId id="2147483950" r:id="rId6"/>
    <p:sldLayoutId id="2147483951" r:id="rId7"/>
    <p:sldLayoutId id="2147483952" r:id="rId8"/>
    <p:sldLayoutId id="2147483953" r:id="rId9"/>
    <p:sldLayoutId id="2147483954" r:id="rId10"/>
    <p:sldLayoutId id="2147483955" r:id="rId11"/>
  </p:sldLayoutIdLst>
  <p:transition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 Narrow"/>
          <a:ea typeface="ＭＳ Ｐゴシック" pitchFamily="-97" charset="-128"/>
          <a:cs typeface="+mj-cs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Narrow" pitchFamily="-97" charset="0"/>
          <a:ea typeface="ＭＳ Ｐゴシック" pitchFamily="-97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Narrow" pitchFamily="-97" charset="0"/>
          <a:ea typeface="ＭＳ Ｐゴシック" pitchFamily="-97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Narrow" pitchFamily="-97" charset="0"/>
          <a:ea typeface="ＭＳ Ｐゴシック" pitchFamily="-97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Narrow" pitchFamily="-97" charset="0"/>
          <a:ea typeface="ＭＳ Ｐゴシック" pitchFamily="-97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Narrow" pitchFamily="-97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Narrow" pitchFamily="-97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Narrow" pitchFamily="-97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Narrow" pitchFamily="-97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 Narrow"/>
          <a:ea typeface="ＭＳ Ｐゴシック" pitchFamily="-97" charset="-128"/>
          <a:cs typeface="+mn-cs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 Narrow"/>
          <a:ea typeface="ＭＳ Ｐゴシック" pitchFamily="-97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 Narrow"/>
          <a:ea typeface="ＭＳ Ｐゴシック" pitchFamily="-97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 Narrow"/>
          <a:ea typeface="ＭＳ Ｐゴシック" pitchFamily="-97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 Narrow"/>
          <a:ea typeface="ＭＳ Ｐゴシック" pitchFamily="-97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3000">
              <a:schemeClr val="bg1"/>
            </a:gs>
            <a:gs pos="34000">
              <a:schemeClr val="bg2">
                <a:alpha val="49000"/>
              </a:schemeClr>
            </a:gs>
            <a:gs pos="68000">
              <a:schemeClr val="bg1"/>
            </a:gs>
          </a:gsLst>
          <a:lin ang="16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945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1" r:id="rId7"/>
    <p:sldLayoutId id="2147483962" r:id="rId8"/>
    <p:sldLayoutId id="2147483963" r:id="rId9"/>
    <p:sldLayoutId id="2147483964" r:id="rId10"/>
    <p:sldLayoutId id="2147483965" r:id="rId11"/>
  </p:sldLayoutIdLst>
  <p:transition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 Narrow"/>
          <a:ea typeface="ＭＳ Ｐゴシック" pitchFamily="-97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Narrow" pitchFamily="-97" charset="0"/>
          <a:ea typeface="ＭＳ Ｐゴシック" pitchFamily="-97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Narrow" pitchFamily="-97" charset="0"/>
          <a:ea typeface="ＭＳ Ｐゴシック" pitchFamily="-97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Narrow" pitchFamily="-97" charset="0"/>
          <a:ea typeface="ＭＳ Ｐゴシック" pitchFamily="-97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Narrow" pitchFamily="-97" charset="0"/>
          <a:ea typeface="ＭＳ Ｐゴシック" pitchFamily="-97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Narrow" pitchFamily="-97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Narrow" pitchFamily="-97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Narrow" pitchFamily="-97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Narrow" pitchFamily="-97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 Narrow"/>
          <a:ea typeface="ＭＳ Ｐゴシック" pitchFamily="-97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 Narrow"/>
          <a:ea typeface="ＭＳ Ｐゴシック" pitchFamily="-97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 Narrow"/>
          <a:ea typeface="ＭＳ Ｐゴシック" pitchFamily="-97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 Narrow"/>
          <a:ea typeface="ＭＳ Ｐゴシック" pitchFamily="-97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 Narrow"/>
          <a:ea typeface="ＭＳ Ｐゴシック" pitchFamily="-97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Billede 9" descr="dreamstime_www_world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pptd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" y="0"/>
            <a:ext cx="9137668" cy="6858000"/>
          </a:xfrm>
          <a:prstGeom prst="rect">
            <a:avLst/>
          </a:prstGeom>
        </p:spPr>
      </p:pic>
      <p:sp>
        <p:nvSpPr>
          <p:cNvPr id="8" name="Kombinationstegning 7"/>
          <p:cNvSpPr/>
          <p:nvPr/>
        </p:nvSpPr>
        <p:spPr bwMode="auto">
          <a:xfrm>
            <a:off x="-46038" y="3254375"/>
            <a:ext cx="9182101" cy="3429000"/>
          </a:xfrm>
          <a:custGeom>
            <a:avLst/>
            <a:gdLst>
              <a:gd name="connsiteX0" fmla="*/ 12700 w 9182100"/>
              <a:gd name="connsiteY0" fmla="*/ 0 h 3136900"/>
              <a:gd name="connsiteX1" fmla="*/ 5702300 w 9182100"/>
              <a:gd name="connsiteY1" fmla="*/ 1016000 h 3136900"/>
              <a:gd name="connsiteX2" fmla="*/ 9182100 w 9182100"/>
              <a:gd name="connsiteY2" fmla="*/ 609600 h 3136900"/>
              <a:gd name="connsiteX3" fmla="*/ 9182100 w 9182100"/>
              <a:gd name="connsiteY3" fmla="*/ 3136900 h 3136900"/>
              <a:gd name="connsiteX4" fmla="*/ 0 w 9182100"/>
              <a:gd name="connsiteY4" fmla="*/ 3136900 h 3136900"/>
              <a:gd name="connsiteX5" fmla="*/ 12700 w 9182100"/>
              <a:gd name="connsiteY5" fmla="*/ 0 h 3136900"/>
              <a:gd name="connsiteX0" fmla="*/ 12700 w 9182100"/>
              <a:gd name="connsiteY0" fmla="*/ 0 h 3136900"/>
              <a:gd name="connsiteX1" fmla="*/ 5702300 w 9182100"/>
              <a:gd name="connsiteY1" fmla="*/ 1016000 h 3136900"/>
              <a:gd name="connsiteX2" fmla="*/ 9182100 w 9182100"/>
              <a:gd name="connsiteY2" fmla="*/ 609600 h 3136900"/>
              <a:gd name="connsiteX3" fmla="*/ 9182100 w 9182100"/>
              <a:gd name="connsiteY3" fmla="*/ 3136900 h 3136900"/>
              <a:gd name="connsiteX4" fmla="*/ 0 w 9182100"/>
              <a:gd name="connsiteY4" fmla="*/ 3136900 h 3136900"/>
              <a:gd name="connsiteX5" fmla="*/ 12700 w 9182100"/>
              <a:gd name="connsiteY5" fmla="*/ 0 h 3136900"/>
              <a:gd name="connsiteX0" fmla="*/ 12700 w 9182100"/>
              <a:gd name="connsiteY0" fmla="*/ 0 h 3403600"/>
              <a:gd name="connsiteX1" fmla="*/ 5702300 w 9182100"/>
              <a:gd name="connsiteY1" fmla="*/ 1016000 h 3403600"/>
              <a:gd name="connsiteX2" fmla="*/ 9182100 w 9182100"/>
              <a:gd name="connsiteY2" fmla="*/ 609600 h 3403600"/>
              <a:gd name="connsiteX3" fmla="*/ 9182100 w 9182100"/>
              <a:gd name="connsiteY3" fmla="*/ 3403600 h 3403600"/>
              <a:gd name="connsiteX4" fmla="*/ 0 w 9182100"/>
              <a:gd name="connsiteY4" fmla="*/ 3136900 h 3403600"/>
              <a:gd name="connsiteX5" fmla="*/ 12700 w 9182100"/>
              <a:gd name="connsiteY5" fmla="*/ 0 h 3403600"/>
              <a:gd name="connsiteX0" fmla="*/ 12700 w 9182100"/>
              <a:gd name="connsiteY0" fmla="*/ 0 h 3429000"/>
              <a:gd name="connsiteX1" fmla="*/ 5702300 w 9182100"/>
              <a:gd name="connsiteY1" fmla="*/ 1016000 h 3429000"/>
              <a:gd name="connsiteX2" fmla="*/ 9182100 w 9182100"/>
              <a:gd name="connsiteY2" fmla="*/ 609600 h 3429000"/>
              <a:gd name="connsiteX3" fmla="*/ 9182100 w 9182100"/>
              <a:gd name="connsiteY3" fmla="*/ 3403600 h 3429000"/>
              <a:gd name="connsiteX4" fmla="*/ 0 w 9182100"/>
              <a:gd name="connsiteY4" fmla="*/ 3429000 h 3429000"/>
              <a:gd name="connsiteX5" fmla="*/ 12700 w 9182100"/>
              <a:gd name="connsiteY5" fmla="*/ 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82100" h="3429000">
                <a:moveTo>
                  <a:pt x="12700" y="0"/>
                </a:moveTo>
                <a:cubicBezTo>
                  <a:pt x="1909233" y="338667"/>
                  <a:pt x="3894667" y="1011767"/>
                  <a:pt x="5702300" y="1016000"/>
                </a:cubicBezTo>
                <a:cubicBezTo>
                  <a:pt x="7509933" y="1020233"/>
                  <a:pt x="8022167" y="745067"/>
                  <a:pt x="9182100" y="609600"/>
                </a:cubicBezTo>
                <a:lnTo>
                  <a:pt x="9182100" y="3403600"/>
                </a:lnTo>
                <a:lnTo>
                  <a:pt x="0" y="3429000"/>
                </a:lnTo>
                <a:cubicBezTo>
                  <a:pt x="4233" y="2383367"/>
                  <a:pt x="8467" y="1045633"/>
                  <a:pt x="12700" y="0"/>
                </a:cubicBezTo>
                <a:close/>
              </a:path>
            </a:pathLst>
          </a:custGeom>
          <a:gradFill flip="none" rotWithShape="1">
            <a:gsLst>
              <a:gs pos="21000">
                <a:srgbClr val="7DC8DF"/>
              </a:gs>
              <a:gs pos="100000">
                <a:srgbClr val="6699FF"/>
              </a:gs>
            </a:gsLst>
            <a:lin ang="5400000" scaled="1"/>
            <a:tileRect/>
          </a:gradFill>
          <a:ln w="9525">
            <a:solidFill>
              <a:schemeClr val="accent4">
                <a:lumMod val="60000"/>
                <a:lumOff val="40000"/>
              </a:schemeClr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indent="-342900"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a-DK" sz="1600" b="1" kern="0" noProof="1">
              <a:solidFill>
                <a:srgbClr val="FFFFFF"/>
              </a:solidFill>
              <a:latin typeface="Arial" pitchFamily="34" charset="0"/>
              <a:ea typeface="ＭＳ Ｐゴシック" pitchFamily="-97" charset="-128"/>
            </a:endParaRPr>
          </a:p>
        </p:txBody>
      </p:sp>
      <p:sp>
        <p:nvSpPr>
          <p:cNvPr id="424" name="Kombinationstegning 423"/>
          <p:cNvSpPr/>
          <p:nvPr/>
        </p:nvSpPr>
        <p:spPr>
          <a:xfrm>
            <a:off x="-38100" y="3467100"/>
            <a:ext cx="9182100" cy="3429000"/>
          </a:xfrm>
          <a:custGeom>
            <a:avLst/>
            <a:gdLst>
              <a:gd name="connsiteX0" fmla="*/ 12700 w 9182100"/>
              <a:gd name="connsiteY0" fmla="*/ 0 h 3136900"/>
              <a:gd name="connsiteX1" fmla="*/ 5702300 w 9182100"/>
              <a:gd name="connsiteY1" fmla="*/ 1016000 h 3136900"/>
              <a:gd name="connsiteX2" fmla="*/ 9182100 w 9182100"/>
              <a:gd name="connsiteY2" fmla="*/ 609600 h 3136900"/>
              <a:gd name="connsiteX3" fmla="*/ 9182100 w 9182100"/>
              <a:gd name="connsiteY3" fmla="*/ 3136900 h 3136900"/>
              <a:gd name="connsiteX4" fmla="*/ 0 w 9182100"/>
              <a:gd name="connsiteY4" fmla="*/ 3136900 h 3136900"/>
              <a:gd name="connsiteX5" fmla="*/ 12700 w 9182100"/>
              <a:gd name="connsiteY5" fmla="*/ 0 h 3136900"/>
              <a:gd name="connsiteX0" fmla="*/ 12700 w 9182100"/>
              <a:gd name="connsiteY0" fmla="*/ 0 h 3136900"/>
              <a:gd name="connsiteX1" fmla="*/ 5702300 w 9182100"/>
              <a:gd name="connsiteY1" fmla="*/ 1016000 h 3136900"/>
              <a:gd name="connsiteX2" fmla="*/ 9182100 w 9182100"/>
              <a:gd name="connsiteY2" fmla="*/ 609600 h 3136900"/>
              <a:gd name="connsiteX3" fmla="*/ 9182100 w 9182100"/>
              <a:gd name="connsiteY3" fmla="*/ 3136900 h 3136900"/>
              <a:gd name="connsiteX4" fmla="*/ 0 w 9182100"/>
              <a:gd name="connsiteY4" fmla="*/ 3136900 h 3136900"/>
              <a:gd name="connsiteX5" fmla="*/ 12700 w 9182100"/>
              <a:gd name="connsiteY5" fmla="*/ 0 h 3136900"/>
              <a:gd name="connsiteX0" fmla="*/ 12700 w 9182100"/>
              <a:gd name="connsiteY0" fmla="*/ 0 h 3403600"/>
              <a:gd name="connsiteX1" fmla="*/ 5702300 w 9182100"/>
              <a:gd name="connsiteY1" fmla="*/ 1016000 h 3403600"/>
              <a:gd name="connsiteX2" fmla="*/ 9182100 w 9182100"/>
              <a:gd name="connsiteY2" fmla="*/ 609600 h 3403600"/>
              <a:gd name="connsiteX3" fmla="*/ 9182100 w 9182100"/>
              <a:gd name="connsiteY3" fmla="*/ 3403600 h 3403600"/>
              <a:gd name="connsiteX4" fmla="*/ 0 w 9182100"/>
              <a:gd name="connsiteY4" fmla="*/ 3136900 h 3403600"/>
              <a:gd name="connsiteX5" fmla="*/ 12700 w 9182100"/>
              <a:gd name="connsiteY5" fmla="*/ 0 h 3403600"/>
              <a:gd name="connsiteX0" fmla="*/ 12700 w 9182100"/>
              <a:gd name="connsiteY0" fmla="*/ 0 h 3429000"/>
              <a:gd name="connsiteX1" fmla="*/ 5702300 w 9182100"/>
              <a:gd name="connsiteY1" fmla="*/ 1016000 h 3429000"/>
              <a:gd name="connsiteX2" fmla="*/ 9182100 w 9182100"/>
              <a:gd name="connsiteY2" fmla="*/ 609600 h 3429000"/>
              <a:gd name="connsiteX3" fmla="*/ 9182100 w 9182100"/>
              <a:gd name="connsiteY3" fmla="*/ 3403600 h 3429000"/>
              <a:gd name="connsiteX4" fmla="*/ 0 w 9182100"/>
              <a:gd name="connsiteY4" fmla="*/ 3429000 h 3429000"/>
              <a:gd name="connsiteX5" fmla="*/ 12700 w 9182100"/>
              <a:gd name="connsiteY5" fmla="*/ 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82100" h="3429000">
                <a:moveTo>
                  <a:pt x="12700" y="0"/>
                </a:moveTo>
                <a:cubicBezTo>
                  <a:pt x="1909233" y="338667"/>
                  <a:pt x="3894667" y="1011767"/>
                  <a:pt x="5702300" y="1016000"/>
                </a:cubicBezTo>
                <a:cubicBezTo>
                  <a:pt x="7509933" y="1020233"/>
                  <a:pt x="8022167" y="745067"/>
                  <a:pt x="9182100" y="609600"/>
                </a:cubicBezTo>
                <a:lnTo>
                  <a:pt x="9182100" y="3403600"/>
                </a:lnTo>
                <a:lnTo>
                  <a:pt x="0" y="3429000"/>
                </a:lnTo>
                <a:cubicBezTo>
                  <a:pt x="4233" y="2383367"/>
                  <a:pt x="8467" y="1045633"/>
                  <a:pt x="12700" y="0"/>
                </a:cubicBezTo>
                <a:close/>
              </a:path>
            </a:pathLst>
          </a:custGeom>
          <a:gradFill rotWithShape="1">
            <a:gsLst>
              <a:gs pos="0">
                <a:srgbClr val="002060"/>
              </a:gs>
              <a:gs pos="100000">
                <a:srgbClr val="1F88C8"/>
              </a:gs>
            </a:gsLst>
            <a:lin ang="16200000"/>
          </a:gradFill>
          <a:ln w="9525">
            <a:solidFill>
              <a:schemeClr val="accent3">
                <a:lumMod val="50000"/>
              </a:schemeClr>
            </a:solidFill>
            <a:miter lim="800000"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/>
          <a:lstStyle/>
          <a:p>
            <a:pPr indent="-342900" algn="ctr" defTabSz="914400" fontAlgn="auto">
              <a:spcBef>
                <a:spcPts val="0"/>
              </a:spcBef>
              <a:spcAft>
                <a:spcPts val="0"/>
              </a:spcAft>
              <a:defRPr/>
            </a:pPr>
            <a:endParaRPr lang="da-DK" sz="1400" b="1" kern="0" noProof="1">
              <a:solidFill>
                <a:sysClr val="window" lastClr="FFFFFF"/>
              </a:solidFill>
              <a:latin typeface="Arial" pitchFamily="34" charset="0"/>
              <a:ea typeface="ＭＳ Ｐゴシック" pitchFamily="-97" charset="-128"/>
            </a:endParaRPr>
          </a:p>
        </p:txBody>
      </p:sp>
      <p:sp>
        <p:nvSpPr>
          <p:cNvPr id="18" name="Rectangle 5"/>
          <p:cNvSpPr txBox="1">
            <a:spLocks noChangeArrowheads="1"/>
          </p:cNvSpPr>
          <p:nvPr/>
        </p:nvSpPr>
        <p:spPr bwMode="gray">
          <a:xfrm>
            <a:off x="379412" y="4678363"/>
            <a:ext cx="7369294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 anchor="ctr"/>
          <a:lstStyle/>
          <a:p>
            <a:pPr defTabSz="914400" eaLnBrk="0" hangingPunct="0">
              <a:lnSpc>
                <a:spcPct val="95000"/>
              </a:lnSpc>
            </a:pPr>
            <a:r>
              <a:rPr lang="en-GB" sz="3600" b="1" dirty="0">
                <a:latin typeface="Trebuchet MS" pitchFamily="34" charset="0"/>
              </a:rPr>
              <a:t>Welcome to</a:t>
            </a:r>
          </a:p>
          <a:p>
            <a:pPr defTabSz="914400" eaLnBrk="0" hangingPunct="0">
              <a:lnSpc>
                <a:spcPct val="95000"/>
              </a:lnSpc>
            </a:pPr>
            <a:r>
              <a:rPr lang="en-GB" sz="3200" b="1" dirty="0">
                <a:latin typeface="Trebuchet MS" pitchFamily="34" charset="0"/>
              </a:rPr>
              <a:t xml:space="preserve"> </a:t>
            </a:r>
          </a:p>
          <a:p>
            <a:pPr defTabSz="914400" eaLnBrk="0" hangingPunct="0">
              <a:lnSpc>
                <a:spcPct val="95000"/>
              </a:lnSpc>
            </a:pPr>
            <a:r>
              <a:rPr lang="en-GB" sz="2400" b="1" dirty="0">
                <a:latin typeface="Trebuchet MS" pitchFamily="34" charset="0"/>
              </a:rPr>
              <a:t>Incubation Management System [IMS]</a:t>
            </a:r>
            <a:endParaRPr lang="en-US" sz="2400" b="1" dirty="0">
              <a:solidFill>
                <a:schemeClr val="tx2"/>
              </a:solidFill>
              <a:latin typeface="Trebuchet MS" pitchFamily="34" charset="0"/>
            </a:endParaRP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gray">
          <a:xfrm>
            <a:off x="5691883" y="6082590"/>
            <a:ext cx="3069979" cy="407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r" defTabSz="801688"/>
            <a:r>
              <a:rPr lang="en-US" sz="2000" dirty="0">
                <a:solidFill>
                  <a:schemeClr val="tx2"/>
                </a:solidFill>
              </a:rPr>
              <a:t xml:space="preserve">By: MOL Team </a:t>
            </a:r>
            <a:r>
              <a:rPr lang="en-US" sz="2000" dirty="0" err="1">
                <a:solidFill>
                  <a:schemeClr val="tx2"/>
                </a:solidFill>
              </a:rPr>
              <a:t>| Incubein Platform</a:t>
            </a:r>
            <a:endParaRPr lang="en-US" sz="2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SimSun" pitchFamily="2" charset="-122"/>
                <a:cs typeface="Arial" pitchFamily="34" charset="0"/>
              </a:rPr>
              <a:t>Description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SimSun" pitchFamily="2" charset="-122"/>
                <a:cs typeface="Arial" pitchFamily="34" charset="0"/>
              </a:rPr>
              <a:t>Description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6" name="Group 53"/>
          <p:cNvGrpSpPr/>
          <p:nvPr/>
        </p:nvGrpSpPr>
        <p:grpSpPr>
          <a:xfrm>
            <a:off x="0" y="264409"/>
            <a:ext cx="9144000" cy="1172505"/>
            <a:chOff x="0" y="264409"/>
            <a:chExt cx="9144000" cy="1172505"/>
          </a:xfrm>
        </p:grpSpPr>
        <p:grpSp>
          <p:nvGrpSpPr>
            <p:cNvPr id="48" name="Group 57"/>
            <p:cNvGrpSpPr/>
            <p:nvPr/>
          </p:nvGrpSpPr>
          <p:grpSpPr>
            <a:xfrm>
              <a:off x="0" y="694824"/>
              <a:ext cx="9144000" cy="742090"/>
              <a:chOff x="0" y="694824"/>
              <a:chExt cx="9144000" cy="742090"/>
            </a:xfrm>
            <a:effectLst>
              <a:reflection blurRad="6350" stA="50000" endA="300" endPos="55000" dir="5400000" sy="-100000" algn="bl" rotWithShape="0"/>
            </a:effectLst>
          </p:grpSpPr>
          <p:sp>
            <p:nvSpPr>
              <p:cNvPr id="50" name="Rektangel 2"/>
              <p:cNvSpPr>
                <a:spLocks noChangeArrowheads="1"/>
              </p:cNvSpPr>
              <p:nvPr/>
            </p:nvSpPr>
            <p:spPr bwMode="auto">
              <a:xfrm>
                <a:off x="0" y="694824"/>
                <a:ext cx="9144000" cy="742090"/>
              </a:xfrm>
              <a:prstGeom prst="rect">
                <a:avLst/>
              </a:prstGeom>
              <a:gradFill flip="none" rotWithShape="1">
                <a:gsLst>
                  <a:gs pos="21000">
                    <a:srgbClr val="7DC8DF"/>
                  </a:gs>
                  <a:gs pos="100000">
                    <a:srgbClr val="6699FF"/>
                  </a:gs>
                </a:gsLst>
                <a:lin ang="5400000" scaled="1"/>
                <a:tileRect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indent="-342900" algn="ctr" fontAlgn="auto"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defRPr/>
                </a:pPr>
                <a:endParaRPr lang="da-DK" sz="1600" b="1" kern="0" noProof="1">
                  <a:solidFill>
                    <a:srgbClr val="FFFFFF"/>
                  </a:solidFill>
                  <a:latin typeface="Arial" pitchFamily="34" charset="0"/>
                  <a:ea typeface="ＭＳ Ｐゴシック" pitchFamily="-97" charset="-128"/>
                </a:endParaRPr>
              </a:p>
            </p:txBody>
          </p:sp>
          <p:sp>
            <p:nvSpPr>
              <p:cNvPr id="54" name="Rectangle 5"/>
              <p:cNvSpPr txBox="1">
                <a:spLocks noChangeArrowheads="1"/>
              </p:cNvSpPr>
              <p:nvPr/>
            </p:nvSpPr>
            <p:spPr bwMode="gray">
              <a:xfrm>
                <a:off x="862836" y="802976"/>
                <a:ext cx="6001101" cy="6000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rIns="0" anchor="ctr"/>
              <a:lstStyle/>
              <a:p>
                <a:pPr defTabSz="914400" eaLnBrk="0" hangingPunct="0">
                  <a:lnSpc>
                    <a:spcPct val="95000"/>
                  </a:lnSpc>
                </a:pPr>
                <a:r>
                  <a:rPr lang="en-US" sz="2800" b="1" dirty="0">
                    <a:solidFill>
                      <a:schemeClr val="bg1"/>
                    </a:solidFill>
                    <a:latin typeface="Trebuchet MS" pitchFamily="34" charset="0"/>
                  </a:rPr>
                  <a:t xml:space="preserve">Overview </a:t>
                </a:r>
              </a:p>
            </p:txBody>
          </p:sp>
        </p:grpSp>
        <p:sp>
          <p:nvSpPr>
            <p:cNvPr id="49" name="Rektangel 31"/>
            <p:cNvSpPr>
              <a:spLocks noChangeArrowheads="1"/>
            </p:cNvSpPr>
            <p:nvPr/>
          </p:nvSpPr>
          <p:spPr bwMode="auto">
            <a:xfrm>
              <a:off x="7106014" y="264409"/>
              <a:ext cx="1931111" cy="1148770"/>
            </a:xfrm>
            <a:prstGeom prst="rect">
              <a:avLst/>
            </a:prstGeom>
            <a:gradFill>
              <a:gsLst>
                <a:gs pos="45000">
                  <a:schemeClr val="tx2"/>
                </a:gs>
                <a:gs pos="98000">
                  <a:srgbClr val="D1C39F">
                    <a:alpha val="21000"/>
                  </a:srgbClr>
                </a:gs>
              </a:gsLst>
              <a:lin ang="5400000" scaled="0"/>
            </a:gradFill>
            <a:ln>
              <a:noFill/>
              <a:headEnd/>
              <a:tailE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da-DK" sz="3600" b="1" dirty="0">
                  <a:ln w="12700">
                    <a:solidFill>
                      <a:schemeClr val="tx2">
                        <a:satMod val="155000"/>
                      </a:schemeClr>
                    </a:solidFill>
                    <a:prstDash val="solid"/>
                  </a:ln>
                  <a:solidFill>
                    <a:schemeClr val="accent4">
                      <a:lumMod val="7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Trebuchet MS" pitchFamily="34" charset="0"/>
                  <a:ea typeface="ＭＳ Ｐゴシック" pitchFamily="-97" charset="-128"/>
                </a:rPr>
                <a:t>IMS</a:t>
              </a:r>
              <a:endParaRPr lang="da-DK" sz="3600" dirty="0">
                <a:solidFill>
                  <a:schemeClr val="accent4">
                    <a:lumMod val="75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  <a:latin typeface="Trebuchet MS" pitchFamily="34" charset="0"/>
                <a:ea typeface="ＭＳ Ｐゴシック" pitchFamily="-97" charset="-128"/>
              </a:endParaRP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526512" y="1955612"/>
            <a:ext cx="8185688" cy="4722271"/>
            <a:chOff x="1121432" y="2822509"/>
            <a:chExt cx="8185688" cy="4722271"/>
          </a:xfrm>
        </p:grpSpPr>
        <p:sp>
          <p:nvSpPr>
            <p:cNvPr id="67" name="Rektangel 31"/>
            <p:cNvSpPr>
              <a:spLocks noChangeArrowheads="1"/>
            </p:cNvSpPr>
            <p:nvPr/>
          </p:nvSpPr>
          <p:spPr bwMode="auto">
            <a:xfrm>
              <a:off x="1139926" y="3177643"/>
              <a:ext cx="8167194" cy="4064654"/>
            </a:xfrm>
            <a:prstGeom prst="rect">
              <a:avLst/>
            </a:prstGeom>
            <a:gradFill rotWithShape="1">
              <a:gsLst>
                <a:gs pos="0">
                  <a:srgbClr val="E6E6E6"/>
                </a:gs>
                <a:gs pos="41000">
                  <a:srgbClr val="FFFFFF"/>
                </a:gs>
                <a:gs pos="100000">
                  <a:schemeClr val="tx1"/>
                </a:gs>
              </a:gsLst>
              <a:lin ang="16200000"/>
            </a:gradFill>
            <a:ln w="9525">
              <a:solidFill>
                <a:srgbClr val="E1E1E1"/>
              </a:solidFill>
              <a:miter lim="800000"/>
              <a:headEnd/>
              <a:tailEnd/>
            </a:ln>
            <a:effectLst>
              <a:outerShdw blurRad="635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da-DK" dirty="0">
                <a:solidFill>
                  <a:srgbClr val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  <p:sp>
          <p:nvSpPr>
            <p:cNvPr id="68" name="Rektangel 65"/>
            <p:cNvSpPr>
              <a:spLocks noChangeArrowheads="1"/>
            </p:cNvSpPr>
            <p:nvPr/>
          </p:nvSpPr>
          <p:spPr bwMode="auto">
            <a:xfrm>
              <a:off x="1121432" y="2822509"/>
              <a:ext cx="5899687" cy="344487"/>
            </a:xfrm>
            <a:prstGeom prst="rect">
              <a:avLst/>
            </a:prstGeom>
            <a:gradFill rotWithShape="1">
              <a:gsLst>
                <a:gs pos="0">
                  <a:srgbClr val="002060"/>
                </a:gs>
                <a:gs pos="100000">
                  <a:srgbClr val="1F88C8"/>
                </a:gs>
              </a:gsLst>
              <a:lin ang="16200000"/>
            </a:gradFill>
            <a:ln w="9525">
              <a:solidFill>
                <a:schemeClr val="accent3">
                  <a:lumMod val="50000"/>
                </a:schemeClr>
              </a:solidFill>
              <a:miter lim="800000"/>
              <a:headEnd/>
              <a:tailEnd/>
            </a:ln>
            <a:effectLst>
              <a:outerShdw blurRad="635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 defTabSz="9144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a-DK" sz="1400" b="1" kern="0" noProof="1">
                <a:solidFill>
                  <a:sysClr val="window" lastClr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  <p:sp>
          <p:nvSpPr>
            <p:cNvPr id="69" name="Tekstboks 72"/>
            <p:cNvSpPr txBox="1">
              <a:spLocks noChangeArrowheads="1"/>
            </p:cNvSpPr>
            <p:nvPr/>
          </p:nvSpPr>
          <p:spPr bwMode="auto">
            <a:xfrm>
              <a:off x="1400276" y="3251297"/>
              <a:ext cx="7716344" cy="42934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just">
                <a:defRPr/>
              </a:pPr>
              <a:r>
                <a:rPr lang="en-US" sz="1400" dirty="0">
                  <a:solidFill>
                    <a:srgbClr val="171717"/>
                  </a:solidFill>
                  <a:latin typeface="Trebuchet MS" pitchFamily="34" charset="0"/>
                  <a:ea typeface="ＭＳ Ｐゴシック" pitchFamily="-97" charset="-128"/>
                </a:rPr>
                <a:t>The Incubation Management System [IMS] is a comprehensive digital platform designed to streamline all incubation activities across multiple centres.</a:t>
              </a:r>
            </a:p>
            <a:p>
              <a:pPr algn="just">
                <a:defRPr/>
              </a:pPr>
              <a:r>
                <a:rPr lang="en-US" sz="1400" dirty="0">
                  <a:solidFill>
                    <a:srgbClr val="171717"/>
                  </a:solidFill>
                  <a:latin typeface="Trebuchet MS" pitchFamily="34" charset="0"/>
                  <a:ea typeface="ＭＳ Ｐゴシック" pitchFamily="-97" charset="-128"/>
                </a:rPr>
                <a:t> </a:t>
              </a:r>
            </a:p>
            <a:p>
              <a:pPr algn="just">
                <a:defRPr/>
              </a:pPr>
              <a:r>
                <a:rPr lang="en-US" sz="1400" dirty="0">
                  <a:solidFill>
                    <a:srgbClr val="171717"/>
                  </a:solidFill>
                  <a:latin typeface="Trebuchet MS" pitchFamily="34" charset="0"/>
                  <a:ea typeface="ＭＳ Ｐゴシック" pitchFamily="-97" charset="-128"/>
                </a:rPr>
                <a:t>It enables Super Admins to create and manage Incubation Centers, assign Admins and Advisory Board members, and monitor all activities from a centralised dashboard.</a:t>
              </a:r>
              <a:endParaRPr lang="en-IN" sz="1400" dirty="0">
                <a:solidFill>
                  <a:srgbClr val="171717"/>
                </a:solidFill>
                <a:latin typeface="Trebuchet MS" pitchFamily="34" charset="0"/>
                <a:ea typeface="ＭＳ Ｐゴシック" pitchFamily="-97" charset="-128"/>
              </a:endParaRPr>
            </a:p>
            <a:p>
              <a:pPr algn="just">
                <a:defRPr/>
              </a:pPr>
              <a:r>
                <a:rPr lang="en-US" sz="1400" dirty="0">
                  <a:solidFill>
                    <a:srgbClr val="171717"/>
                  </a:solidFill>
                  <a:latin typeface="Trebuchet MS" pitchFamily="34" charset="0"/>
                  <a:ea typeface="ＭＳ Ｐゴシック" pitchFamily="-97" charset="-128"/>
                </a:rPr>
                <a:t xml:space="preserve"> </a:t>
              </a:r>
            </a:p>
            <a:p>
              <a:pPr algn="just">
                <a:defRPr/>
              </a:pPr>
              <a:r>
                <a:rPr lang="en-US" sz="1400" dirty="0">
                  <a:solidFill>
                    <a:srgbClr val="171717"/>
                  </a:solidFill>
                  <a:latin typeface="Trebuchet MS" pitchFamily="34" charset="0"/>
                  <a:ea typeface="ＭＳ Ｐゴシック" pitchFamily="-97" charset="-128"/>
                </a:rPr>
                <a:t>So, by choosing the correct resource/employee is the first step towards success of any project or task.</a:t>
              </a:r>
            </a:p>
            <a:p>
              <a:pPr algn="just">
                <a:defRPr/>
              </a:pPr>
              <a:endParaRPr lang="en-US" sz="1400" dirty="0">
                <a:solidFill>
                  <a:srgbClr val="171717"/>
                </a:solidFill>
                <a:latin typeface="Trebuchet MS" pitchFamily="34" charset="0"/>
                <a:ea typeface="ＭＳ Ｐゴシック" pitchFamily="-97" charset="-128"/>
              </a:endParaRPr>
            </a:p>
            <a:p>
              <a:pPr algn="just">
                <a:defRPr/>
              </a:pPr>
              <a:r>
                <a:rPr lang="en-US" sz="1400" dirty="0">
                  <a:solidFill>
                    <a:srgbClr val="171717"/>
                  </a:solidFill>
                  <a:latin typeface="Trebuchet MS" pitchFamily="34" charset="0"/>
                  <a:ea typeface="ＭＳ Ｐゴシック" pitchFamily="-97" charset="-128"/>
                </a:rPr>
                <a:t>The platform supports multiple user types and provides end-to-end workflow management. Key capabilities include:</a:t>
              </a:r>
            </a:p>
            <a:p>
              <a:pPr algn="just">
                <a:lnSpc>
                  <a:spcPct val="150000"/>
                </a:lnSpc>
                <a:buFontTx/>
                <a:buChar char="-"/>
                <a:defRPr/>
              </a:pPr>
              <a:r>
                <a:rPr lang="en-US" sz="1400" dirty="0">
                  <a:solidFill>
                    <a:srgbClr val="171717"/>
                  </a:solidFill>
                  <a:latin typeface="Trebuchet MS" pitchFamily="34" charset="0"/>
                  <a:ea typeface="ＭＳ Ｐゴシック" pitchFamily="-97" charset="-128"/>
                </a:rPr>
                <a:t xml:space="preserve">  Start-up &amp; Accelerator Application Management</a:t>
              </a:r>
            </a:p>
            <a:p>
              <a:pPr algn="just">
                <a:lnSpc>
                  <a:spcPct val="150000"/>
                </a:lnSpc>
                <a:buFontTx/>
                <a:buChar char="-"/>
                <a:defRPr/>
              </a:pPr>
              <a:r>
                <a:rPr lang="en-US" sz="1400" dirty="0">
                  <a:solidFill>
                    <a:srgbClr val="171717"/>
                  </a:solidFill>
                  <a:latin typeface="Trebuchet MS" pitchFamily="34" charset="0"/>
                  <a:ea typeface="ＭＳ Ｐゴシック" pitchFamily="-97" charset="-128"/>
                </a:rPr>
                <a:t xml:space="preserve">  Fellow, Internship &amp; Vendor Modules</a:t>
              </a:r>
            </a:p>
            <a:p>
              <a:pPr algn="just">
                <a:lnSpc>
                  <a:spcPct val="150000"/>
                </a:lnSpc>
                <a:buFontTx/>
                <a:buChar char="-"/>
                <a:defRPr/>
              </a:pPr>
              <a:r>
                <a:rPr lang="en-US" sz="1400" dirty="0">
                  <a:solidFill>
                    <a:srgbClr val="171717"/>
                  </a:solidFill>
                  <a:latin typeface="Trebuchet MS" pitchFamily="34" charset="0"/>
                  <a:ea typeface="ＭＳ Ｐゴシック" pitchFamily="-97" charset="-128"/>
                </a:rPr>
                <a:t xml:space="preserve">  Mentor Assignment &amp; Tracking</a:t>
              </a:r>
            </a:p>
            <a:p>
              <a:pPr algn="just">
                <a:lnSpc>
                  <a:spcPct val="150000"/>
                </a:lnSpc>
                <a:buFontTx/>
                <a:buChar char="-"/>
                <a:defRPr/>
              </a:pPr>
              <a:r>
                <a:rPr lang="en-US" sz="1400" dirty="0">
                  <a:solidFill>
                    <a:srgbClr val="171717"/>
                  </a:solidFill>
                  <a:latin typeface="Trebuchet MS" pitchFamily="34" charset="0"/>
                  <a:ea typeface="ＭＳ Ｐゴシック" pitchFamily="-97" charset="-128"/>
                </a:rPr>
                <a:t xml:space="preserve">  Investor Connect &amp; Startup Matching</a:t>
              </a:r>
            </a:p>
            <a:p>
              <a:pPr algn="just">
                <a:lnSpc>
                  <a:spcPct val="150000"/>
                </a:lnSpc>
                <a:buFontTx/>
                <a:buChar char="-"/>
                <a:defRPr/>
              </a:pPr>
              <a:r>
                <a:rPr lang="en-US" sz="1400" dirty="0">
                  <a:solidFill>
                    <a:srgbClr val="171717"/>
                  </a:solidFill>
                  <a:latin typeface="Trebuchet MS" pitchFamily="34" charset="0"/>
                  <a:ea typeface="ＭＳ Ｐゴシック" pitchFamily="-97" charset="-128"/>
                </a:rPr>
                <a:t xml:space="preserve">  Advisory Board Approval Workflows</a:t>
              </a:r>
            </a:p>
            <a:p>
              <a:pPr algn="just">
                <a:defRPr/>
              </a:pPr>
              <a:endParaRPr lang="en-US" sz="1400" dirty="0">
                <a:solidFill>
                  <a:srgbClr val="171717"/>
                </a:solidFill>
                <a:latin typeface="Trebuchet MS" pitchFamily="34" charset="0"/>
                <a:ea typeface="ＭＳ Ｐゴシック" pitchFamily="-97" charset="-128"/>
              </a:endParaRPr>
            </a:p>
          </p:txBody>
        </p:sp>
        <p:sp>
          <p:nvSpPr>
            <p:cNvPr id="70" name="Tekstboks 36"/>
            <p:cNvSpPr txBox="1">
              <a:spLocks noChangeArrowheads="1"/>
            </p:cNvSpPr>
            <p:nvPr/>
          </p:nvSpPr>
          <p:spPr bwMode="auto">
            <a:xfrm>
              <a:off x="1159472" y="2859022"/>
              <a:ext cx="568384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da-DK" sz="1200" b="1" dirty="0">
                  <a:latin typeface="Arial" pitchFamily="34" charset="0"/>
                  <a:ea typeface="ＭＳ Ｐゴシック" pitchFamily="-97" charset="-128"/>
                </a:rPr>
                <a:t>Enterprise Resource Managment System [IMS]</a:t>
              </a:r>
            </a:p>
          </p:txBody>
        </p:sp>
      </p:grp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4"/>
          <p:cNvGrpSpPr/>
          <p:nvPr/>
        </p:nvGrpSpPr>
        <p:grpSpPr>
          <a:xfrm>
            <a:off x="1876186" y="4064648"/>
            <a:ext cx="5520938" cy="358775"/>
            <a:chOff x="961748" y="4208463"/>
            <a:chExt cx="5520938" cy="358775"/>
          </a:xfrm>
        </p:grpSpPr>
        <p:sp>
          <p:nvSpPr>
            <p:cNvPr id="36" name="Rektangel 35"/>
            <p:cNvSpPr>
              <a:spLocks noChangeArrowheads="1"/>
            </p:cNvSpPr>
            <p:nvPr/>
          </p:nvSpPr>
          <p:spPr bwMode="auto">
            <a:xfrm>
              <a:off x="1441657" y="4214813"/>
              <a:ext cx="4997401" cy="352425"/>
            </a:xfrm>
            <a:prstGeom prst="rect">
              <a:avLst/>
            </a:prstGeom>
            <a:gradFill rotWithShape="1">
              <a:gsLst>
                <a:gs pos="0">
                  <a:schemeClr val="bg2"/>
                </a:gs>
                <a:gs pos="100000">
                  <a:schemeClr val="tx1"/>
                </a:gs>
              </a:gsLst>
              <a:lin ang="16200000"/>
            </a:gradFill>
            <a:ln w="9525">
              <a:noFill/>
              <a:miter lim="800000"/>
              <a:headEnd/>
              <a:tailEnd/>
            </a:ln>
            <a:effectLst>
              <a:outerShdw blurRad="635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da-DK" sz="1200" dirty="0">
                <a:solidFill>
                  <a:srgbClr val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  <p:sp>
          <p:nvSpPr>
            <p:cNvPr id="22547" name="Tekstboks 47"/>
            <p:cNvSpPr txBox="1">
              <a:spLocks noChangeArrowheads="1"/>
            </p:cNvSpPr>
            <p:nvPr/>
          </p:nvSpPr>
          <p:spPr bwMode="auto">
            <a:xfrm>
              <a:off x="1485285" y="4259263"/>
              <a:ext cx="499740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200" dirty="0">
                  <a:solidFill>
                    <a:srgbClr val="171717"/>
                  </a:solidFill>
                </a:rPr>
                <a:t>Investor Module</a:t>
              </a:r>
            </a:p>
          </p:txBody>
        </p:sp>
        <p:grpSp>
          <p:nvGrpSpPr>
            <p:cNvPr id="3" name="Gruppe 77"/>
            <p:cNvGrpSpPr>
              <a:grpSpLocks/>
            </p:cNvGrpSpPr>
            <p:nvPr/>
          </p:nvGrpSpPr>
          <p:grpSpPr bwMode="auto">
            <a:xfrm>
              <a:off x="961748" y="4208463"/>
              <a:ext cx="430332" cy="342900"/>
              <a:chOff x="876300" y="4208463"/>
              <a:chExt cx="344488" cy="342900"/>
            </a:xfrm>
          </p:grpSpPr>
          <p:sp>
            <p:nvSpPr>
              <p:cNvPr id="21" name="Rektangel 20"/>
              <p:cNvSpPr>
                <a:spLocks noChangeArrowheads="1"/>
              </p:cNvSpPr>
              <p:nvPr/>
            </p:nvSpPr>
            <p:spPr bwMode="auto">
              <a:xfrm>
                <a:off x="876300" y="4208463"/>
                <a:ext cx="344488" cy="342900"/>
              </a:xfrm>
              <a:prstGeom prst="rect">
                <a:avLst/>
              </a:prstGeom>
              <a:gradFill rotWithShape="1">
                <a:gsLst>
                  <a:gs pos="0">
                    <a:srgbClr val="002060"/>
                  </a:gs>
                  <a:gs pos="100000">
                    <a:srgbClr val="1F88C8"/>
                  </a:gs>
                </a:gsLst>
                <a:lin ang="16200000"/>
              </a:gradFill>
              <a:ln w="9525">
                <a:solidFill>
                  <a:schemeClr val="accent3">
                    <a:lumMod val="50000"/>
                  </a:schemeClr>
                </a:solidFill>
                <a:miter lim="800000"/>
                <a:headEnd/>
                <a:tailEnd/>
              </a:ln>
              <a:effectLst>
                <a:outerShdw blurRad="63500" dist="23000" dir="5400000" rotWithShape="0">
                  <a:srgbClr val="00000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indent="-342900" algn="ctr" defTabSz="914400" fontAlgn="auto"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defRPr/>
                </a:pPr>
                <a:endParaRPr lang="da-DK" sz="1400" b="1" kern="0" noProof="1">
                  <a:solidFill>
                    <a:sysClr val="window" lastClr="FFFFFF"/>
                  </a:solidFill>
                  <a:latin typeface="Arial" pitchFamily="34" charset="0"/>
                  <a:ea typeface="ＭＳ Ｐゴシック" pitchFamily="-97" charset="-128"/>
                </a:endParaRPr>
              </a:p>
            </p:txBody>
          </p:sp>
          <p:sp>
            <p:nvSpPr>
              <p:cNvPr id="77" name="Tekstboks 76"/>
              <p:cNvSpPr txBox="1">
                <a:spLocks noChangeArrowheads="1"/>
              </p:cNvSpPr>
              <p:nvPr/>
            </p:nvSpPr>
            <p:spPr bwMode="auto">
              <a:xfrm>
                <a:off x="890588" y="4238625"/>
                <a:ext cx="322262" cy="2746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blurRad="63500" algn="tl" rotWithShape="0">
                  <a:srgbClr val="000000">
                    <a:alpha val="74998"/>
                  </a:srgbClr>
                </a:outerShdw>
              </a:effectLst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da-DK" sz="1200" dirty="0">
                    <a:latin typeface="Arial" pitchFamily="34" charset="0"/>
                    <a:ea typeface="ＭＳ Ｐゴシック" pitchFamily="-97" charset="-128"/>
                  </a:rPr>
                  <a:t>5</a:t>
                </a:r>
              </a:p>
            </p:txBody>
          </p:sp>
        </p:grpSp>
      </p:grpSp>
      <p:grpSp>
        <p:nvGrpSpPr>
          <p:cNvPr id="4" name="Group 63"/>
          <p:cNvGrpSpPr/>
          <p:nvPr/>
        </p:nvGrpSpPr>
        <p:grpSpPr>
          <a:xfrm>
            <a:off x="1447837" y="3637310"/>
            <a:ext cx="5949287" cy="369888"/>
            <a:chOff x="533399" y="3781125"/>
            <a:chExt cx="5949287" cy="369888"/>
          </a:xfrm>
        </p:grpSpPr>
        <p:sp>
          <p:nvSpPr>
            <p:cNvPr id="33" name="Rektangel 32"/>
            <p:cNvSpPr>
              <a:spLocks noChangeArrowheads="1"/>
            </p:cNvSpPr>
            <p:nvPr/>
          </p:nvSpPr>
          <p:spPr bwMode="auto">
            <a:xfrm>
              <a:off x="1441657" y="3785063"/>
              <a:ext cx="4997401" cy="352425"/>
            </a:xfrm>
            <a:prstGeom prst="rect">
              <a:avLst/>
            </a:prstGeom>
            <a:gradFill flip="none" rotWithShape="1">
              <a:gsLst>
                <a:gs pos="0">
                  <a:srgbClr val="69BED9"/>
                </a:gs>
                <a:gs pos="100000">
                  <a:srgbClr val="1F88C8"/>
                </a:gs>
              </a:gsLst>
              <a:lin ang="5400000" scaled="1"/>
              <a:tileRect/>
            </a:gradFill>
            <a:ln w="9525">
              <a:solidFill>
                <a:schemeClr val="accent3">
                  <a:lumMod val="75000"/>
                </a:schemeClr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indent="-342900" algn="ctr" fontAlgn="auto">
                <a:spcBef>
                  <a:spcPts val="0"/>
                </a:spcBef>
                <a:spcAft>
                  <a:spcPts val="0"/>
                </a:spcAft>
                <a:buFont typeface="+mj-lt"/>
                <a:buAutoNum type="arabicPeriod"/>
                <a:defRPr/>
              </a:pPr>
              <a:endParaRPr lang="da-DK" sz="1600" b="1" kern="0" noProof="1">
                <a:solidFill>
                  <a:srgbClr val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  <p:sp>
          <p:nvSpPr>
            <p:cNvPr id="22549" name="Tekstboks 49"/>
            <p:cNvSpPr txBox="1">
              <a:spLocks noChangeArrowheads="1"/>
            </p:cNvSpPr>
            <p:nvPr/>
          </p:nvSpPr>
          <p:spPr bwMode="auto">
            <a:xfrm>
              <a:off x="1485285" y="3829050"/>
              <a:ext cx="4997401" cy="2616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100" b="1" dirty="0">
                  <a:solidFill>
                    <a:schemeClr val="bg1"/>
                  </a:solidFill>
                </a:rPr>
                <a:t>Vendor Module</a:t>
              </a:r>
            </a:p>
          </p:txBody>
        </p:sp>
        <p:sp>
          <p:nvSpPr>
            <p:cNvPr id="22551" name="Tekstboks 53"/>
            <p:cNvSpPr txBox="1">
              <a:spLocks noChangeArrowheads="1"/>
            </p:cNvSpPr>
            <p:nvPr/>
          </p:nvSpPr>
          <p:spPr bwMode="auto">
            <a:xfrm>
              <a:off x="533399" y="3781125"/>
              <a:ext cx="380754" cy="3698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da-DK" dirty="0">
                  <a:solidFill>
                    <a:srgbClr val="171717"/>
                  </a:solidFill>
                  <a:latin typeface="Zapf Dingbats" charset="2"/>
                </a:rPr>
                <a:t>✓</a:t>
              </a:r>
              <a:endParaRPr lang="da-DK" dirty="0">
                <a:solidFill>
                  <a:srgbClr val="171717"/>
                </a:solidFill>
              </a:endParaRPr>
            </a:p>
          </p:txBody>
        </p:sp>
        <p:grpSp>
          <p:nvGrpSpPr>
            <p:cNvPr id="5" name="Gruppe 79"/>
            <p:cNvGrpSpPr>
              <a:grpSpLocks/>
            </p:cNvGrpSpPr>
            <p:nvPr/>
          </p:nvGrpSpPr>
          <p:grpSpPr bwMode="auto">
            <a:xfrm>
              <a:off x="961748" y="3790950"/>
              <a:ext cx="430332" cy="347663"/>
              <a:chOff x="876300" y="3790950"/>
              <a:chExt cx="344488" cy="347663"/>
            </a:xfrm>
          </p:grpSpPr>
          <p:sp>
            <p:nvSpPr>
              <p:cNvPr id="14" name="Rektangel 13"/>
              <p:cNvSpPr>
                <a:spLocks noChangeArrowheads="1"/>
              </p:cNvSpPr>
              <p:nvPr/>
            </p:nvSpPr>
            <p:spPr bwMode="auto">
              <a:xfrm>
                <a:off x="876300" y="3790950"/>
                <a:ext cx="344488" cy="347663"/>
              </a:xfrm>
              <a:prstGeom prst="rect">
                <a:avLst/>
              </a:prstGeom>
              <a:gradFill rotWithShape="1">
                <a:gsLst>
                  <a:gs pos="0">
                    <a:srgbClr val="002060"/>
                  </a:gs>
                  <a:gs pos="100000">
                    <a:srgbClr val="1F88C8"/>
                  </a:gs>
                </a:gsLst>
                <a:lin ang="16200000"/>
              </a:gradFill>
              <a:ln w="9525">
                <a:solidFill>
                  <a:schemeClr val="accent3">
                    <a:lumMod val="50000"/>
                  </a:schemeClr>
                </a:solidFill>
                <a:miter lim="800000"/>
                <a:headEnd/>
                <a:tailEnd/>
              </a:ln>
              <a:effectLst>
                <a:outerShdw blurRad="63500" dist="23000" dir="5400000" rotWithShape="0">
                  <a:srgbClr val="00000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indent="-342900" algn="ctr" defTabSz="914400" fontAlgn="auto"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defRPr/>
                </a:pPr>
                <a:endParaRPr lang="da-DK" sz="1400" b="1" kern="0" noProof="1">
                  <a:solidFill>
                    <a:sysClr val="window" lastClr="FFFFFF"/>
                  </a:solidFill>
                  <a:latin typeface="Arial" pitchFamily="34" charset="0"/>
                  <a:ea typeface="ＭＳ Ｐゴシック" pitchFamily="-97" charset="-128"/>
                </a:endParaRPr>
              </a:p>
            </p:txBody>
          </p:sp>
          <p:sp>
            <p:nvSpPr>
              <p:cNvPr id="79" name="Tekstboks 78"/>
              <p:cNvSpPr txBox="1">
                <a:spLocks noChangeArrowheads="1"/>
              </p:cNvSpPr>
              <p:nvPr/>
            </p:nvSpPr>
            <p:spPr bwMode="auto">
              <a:xfrm>
                <a:off x="890588" y="3822700"/>
                <a:ext cx="322262" cy="2794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blurRad="63500" dist="23000" dir="5400000" rotWithShape="0">
                  <a:srgbClr val="00000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indent="-342900" algn="ctr">
                  <a:defRPr/>
                </a:pPr>
                <a:r>
                  <a:rPr lang="da-DK" sz="1200" noProof="1">
                    <a:solidFill>
                      <a:srgbClr val="FFFFFF"/>
                    </a:solidFill>
                    <a:latin typeface="Arial" pitchFamily="34" charset="0"/>
                    <a:ea typeface="ＭＳ Ｐゴシック" pitchFamily="-97" charset="-128"/>
                  </a:rPr>
                  <a:t>4</a:t>
                </a:r>
              </a:p>
            </p:txBody>
          </p:sp>
        </p:grpSp>
      </p:grpSp>
      <p:grpSp>
        <p:nvGrpSpPr>
          <p:cNvPr id="6" name="Group 62"/>
          <p:cNvGrpSpPr/>
          <p:nvPr/>
        </p:nvGrpSpPr>
        <p:grpSpPr>
          <a:xfrm>
            <a:off x="1876186" y="3214873"/>
            <a:ext cx="5520938" cy="352425"/>
            <a:chOff x="961748" y="3358688"/>
            <a:chExt cx="5520938" cy="352425"/>
          </a:xfrm>
        </p:grpSpPr>
        <p:sp>
          <p:nvSpPr>
            <p:cNvPr id="34" name="Rektangel 33"/>
            <p:cNvSpPr>
              <a:spLocks noChangeArrowheads="1"/>
            </p:cNvSpPr>
            <p:nvPr/>
          </p:nvSpPr>
          <p:spPr bwMode="auto">
            <a:xfrm>
              <a:off x="1441657" y="3358688"/>
              <a:ext cx="4997401" cy="352425"/>
            </a:xfrm>
            <a:prstGeom prst="rect">
              <a:avLst/>
            </a:prstGeom>
            <a:gradFill rotWithShape="1">
              <a:gsLst>
                <a:gs pos="0">
                  <a:schemeClr val="bg2"/>
                </a:gs>
                <a:gs pos="100000">
                  <a:schemeClr val="tx1"/>
                </a:gs>
              </a:gsLst>
              <a:lin ang="16200000"/>
            </a:gradFill>
            <a:ln w="9525">
              <a:noFill/>
              <a:miter lim="800000"/>
              <a:headEnd/>
              <a:tailEnd/>
            </a:ln>
            <a:effectLst>
              <a:outerShdw blurRad="635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da-DK" sz="1200" dirty="0">
                <a:solidFill>
                  <a:srgbClr val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  <p:sp>
          <p:nvSpPr>
            <p:cNvPr id="22546" name="Tekstboks 46"/>
            <p:cNvSpPr txBox="1">
              <a:spLocks noChangeArrowheads="1"/>
            </p:cNvSpPr>
            <p:nvPr/>
          </p:nvSpPr>
          <p:spPr bwMode="auto">
            <a:xfrm>
              <a:off x="1485285" y="3398838"/>
              <a:ext cx="499740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200" dirty="0">
                  <a:solidFill>
                    <a:schemeClr val="accent1">
                      <a:lumMod val="25000"/>
                    </a:schemeClr>
                  </a:solidFill>
                </a:rPr>
                <a:t>Mentor Module</a:t>
              </a:r>
            </a:p>
          </p:txBody>
        </p:sp>
        <p:grpSp>
          <p:nvGrpSpPr>
            <p:cNvPr id="7" name="Gruppe 81"/>
            <p:cNvGrpSpPr>
              <a:grpSpLocks/>
            </p:cNvGrpSpPr>
            <p:nvPr/>
          </p:nvGrpSpPr>
          <p:grpSpPr bwMode="auto">
            <a:xfrm>
              <a:off x="961748" y="3363913"/>
              <a:ext cx="430332" cy="344487"/>
              <a:chOff x="876300" y="3363913"/>
              <a:chExt cx="344488" cy="344487"/>
            </a:xfrm>
          </p:grpSpPr>
          <p:sp>
            <p:nvSpPr>
              <p:cNvPr id="12" name="Rektangel 11"/>
              <p:cNvSpPr>
                <a:spLocks noChangeArrowheads="1"/>
              </p:cNvSpPr>
              <p:nvPr/>
            </p:nvSpPr>
            <p:spPr bwMode="auto">
              <a:xfrm>
                <a:off x="876300" y="3363913"/>
                <a:ext cx="344488" cy="344487"/>
              </a:xfrm>
              <a:prstGeom prst="rect">
                <a:avLst/>
              </a:prstGeom>
              <a:gradFill rotWithShape="1">
                <a:gsLst>
                  <a:gs pos="0">
                    <a:srgbClr val="002060"/>
                  </a:gs>
                  <a:gs pos="100000">
                    <a:srgbClr val="1F88C8"/>
                  </a:gs>
                </a:gsLst>
                <a:lin ang="16200000"/>
              </a:gradFill>
              <a:ln w="9525">
                <a:solidFill>
                  <a:schemeClr val="accent3">
                    <a:lumMod val="50000"/>
                  </a:schemeClr>
                </a:solidFill>
                <a:miter lim="800000"/>
                <a:headEnd/>
                <a:tailEnd/>
              </a:ln>
              <a:effectLst>
                <a:outerShdw blurRad="63500" dist="23000" dir="5400000" rotWithShape="0">
                  <a:srgbClr val="00000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indent="-342900" algn="ctr" defTabSz="914400" fontAlgn="auto"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defRPr/>
                </a:pPr>
                <a:endParaRPr lang="da-DK" sz="1400" b="1" kern="0" noProof="1">
                  <a:solidFill>
                    <a:sysClr val="window" lastClr="FFFFFF"/>
                  </a:solidFill>
                  <a:latin typeface="Arial" pitchFamily="34" charset="0"/>
                  <a:ea typeface="ＭＳ Ｐゴシック" pitchFamily="-97" charset="-128"/>
                </a:endParaRPr>
              </a:p>
            </p:txBody>
          </p:sp>
          <p:sp>
            <p:nvSpPr>
              <p:cNvPr id="81" name="Tekstboks 80"/>
              <p:cNvSpPr txBox="1">
                <a:spLocks noChangeArrowheads="1"/>
              </p:cNvSpPr>
              <p:nvPr/>
            </p:nvSpPr>
            <p:spPr bwMode="auto">
              <a:xfrm>
                <a:off x="890588" y="3400425"/>
                <a:ext cx="322262" cy="2762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blurRad="63500" dist="23000" dir="5400000" rotWithShape="0">
                  <a:srgbClr val="00000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indent="-342900" algn="ctr">
                  <a:defRPr/>
                </a:pPr>
                <a:r>
                  <a:rPr lang="da-DK" sz="1200" noProof="1">
                    <a:solidFill>
                      <a:srgbClr val="FFFFFF"/>
                    </a:solidFill>
                    <a:latin typeface="Arial" pitchFamily="34" charset="0"/>
                    <a:ea typeface="ＭＳ Ｐゴシック" pitchFamily="-97" charset="-128"/>
                  </a:rPr>
                  <a:t>3</a:t>
                </a:r>
              </a:p>
            </p:txBody>
          </p:sp>
        </p:grpSp>
      </p:grpSp>
      <p:grpSp>
        <p:nvGrpSpPr>
          <p:cNvPr id="9" name="Group 61"/>
          <p:cNvGrpSpPr/>
          <p:nvPr/>
        </p:nvGrpSpPr>
        <p:grpSpPr>
          <a:xfrm>
            <a:off x="1876186" y="2785123"/>
            <a:ext cx="5520938" cy="352425"/>
            <a:chOff x="961748" y="2928938"/>
            <a:chExt cx="5520938" cy="352425"/>
          </a:xfrm>
        </p:grpSpPr>
        <p:sp>
          <p:nvSpPr>
            <p:cNvPr id="35" name="Rektangel 34"/>
            <p:cNvSpPr>
              <a:spLocks noChangeArrowheads="1"/>
            </p:cNvSpPr>
            <p:nvPr/>
          </p:nvSpPr>
          <p:spPr bwMode="auto">
            <a:xfrm>
              <a:off x="1441657" y="2928938"/>
              <a:ext cx="4997401" cy="352425"/>
            </a:xfrm>
            <a:prstGeom prst="rect">
              <a:avLst/>
            </a:prstGeom>
            <a:gradFill rotWithShape="1">
              <a:gsLst>
                <a:gs pos="0">
                  <a:schemeClr val="bg2"/>
                </a:gs>
                <a:gs pos="100000">
                  <a:schemeClr val="tx1"/>
                </a:gs>
              </a:gsLst>
              <a:lin ang="16200000"/>
            </a:gradFill>
            <a:ln w="9525">
              <a:noFill/>
              <a:miter lim="800000"/>
              <a:headEnd/>
              <a:tailEnd/>
            </a:ln>
            <a:effectLst>
              <a:outerShdw blurRad="635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da-DK" sz="1200" dirty="0">
                <a:solidFill>
                  <a:srgbClr val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  <p:sp>
          <p:nvSpPr>
            <p:cNvPr id="22548" name="Tekstboks 48"/>
            <p:cNvSpPr txBox="1">
              <a:spLocks noChangeArrowheads="1"/>
            </p:cNvSpPr>
            <p:nvPr/>
          </p:nvSpPr>
          <p:spPr bwMode="auto">
            <a:xfrm>
              <a:off x="1485285" y="2970213"/>
              <a:ext cx="499740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IN" sz="1200" dirty="0">
                  <a:solidFill>
                    <a:srgbClr val="171717"/>
                  </a:solidFill>
                </a:rPr>
                <a:t>Admin &amp; Advisory Board Module</a:t>
              </a:r>
            </a:p>
          </p:txBody>
        </p:sp>
        <p:grpSp>
          <p:nvGrpSpPr>
            <p:cNvPr id="11" name="Gruppe 83"/>
            <p:cNvGrpSpPr>
              <a:grpSpLocks/>
            </p:cNvGrpSpPr>
            <p:nvPr/>
          </p:nvGrpSpPr>
          <p:grpSpPr bwMode="auto">
            <a:xfrm>
              <a:off x="961748" y="2936875"/>
              <a:ext cx="430332" cy="344488"/>
              <a:chOff x="876300" y="2936875"/>
              <a:chExt cx="344488" cy="344488"/>
            </a:xfrm>
          </p:grpSpPr>
          <p:sp>
            <p:nvSpPr>
              <p:cNvPr id="10" name="Rektangel 9"/>
              <p:cNvSpPr>
                <a:spLocks noChangeArrowheads="1"/>
              </p:cNvSpPr>
              <p:nvPr/>
            </p:nvSpPr>
            <p:spPr bwMode="auto">
              <a:xfrm>
                <a:off x="876300" y="2936875"/>
                <a:ext cx="344488" cy="344488"/>
              </a:xfrm>
              <a:prstGeom prst="rect">
                <a:avLst/>
              </a:prstGeom>
              <a:gradFill rotWithShape="1">
                <a:gsLst>
                  <a:gs pos="0">
                    <a:srgbClr val="002060"/>
                  </a:gs>
                  <a:gs pos="100000">
                    <a:srgbClr val="1F88C8"/>
                  </a:gs>
                </a:gsLst>
                <a:lin ang="16200000"/>
              </a:gradFill>
              <a:ln w="9525">
                <a:solidFill>
                  <a:schemeClr val="accent3">
                    <a:lumMod val="50000"/>
                  </a:schemeClr>
                </a:solidFill>
                <a:miter lim="800000"/>
                <a:headEnd/>
                <a:tailEnd/>
              </a:ln>
              <a:effectLst>
                <a:outerShdw blurRad="63500" dist="23000" dir="5400000" rotWithShape="0">
                  <a:srgbClr val="00000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indent="-342900" algn="ctr" defTabSz="914400" fontAlgn="auto"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defRPr/>
                </a:pPr>
                <a:endParaRPr lang="da-DK" sz="1400" b="1" kern="0" noProof="1">
                  <a:solidFill>
                    <a:sysClr val="window" lastClr="FFFFFF"/>
                  </a:solidFill>
                  <a:latin typeface="Arial" pitchFamily="34" charset="0"/>
                  <a:ea typeface="ＭＳ Ｐゴシック" pitchFamily="-97" charset="-128"/>
                </a:endParaRPr>
              </a:p>
            </p:txBody>
          </p:sp>
          <p:sp>
            <p:nvSpPr>
              <p:cNvPr id="83" name="Tekstboks 82"/>
              <p:cNvSpPr txBox="1">
                <a:spLocks noChangeArrowheads="1"/>
              </p:cNvSpPr>
              <p:nvPr/>
            </p:nvSpPr>
            <p:spPr bwMode="auto">
              <a:xfrm>
                <a:off x="890588" y="2986088"/>
                <a:ext cx="322262" cy="2762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blurRad="63500" dist="23000" dir="5400000" rotWithShape="0">
                  <a:srgbClr val="00000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indent="-342900" algn="ctr">
                  <a:defRPr/>
                </a:pPr>
                <a:r>
                  <a:rPr lang="da-DK" sz="1200" noProof="1">
                    <a:solidFill>
                      <a:srgbClr val="FFFFFF"/>
                    </a:solidFill>
                    <a:latin typeface="Arial" pitchFamily="34" charset="0"/>
                    <a:ea typeface="ＭＳ Ｐゴシック" pitchFamily="-97" charset="-128"/>
                  </a:rPr>
                  <a:t>2</a:t>
                </a:r>
              </a:p>
            </p:txBody>
          </p:sp>
        </p:grpSp>
      </p:grpSp>
      <p:grpSp>
        <p:nvGrpSpPr>
          <p:cNvPr id="13" name="Group 60"/>
          <p:cNvGrpSpPr/>
          <p:nvPr/>
        </p:nvGrpSpPr>
        <p:grpSpPr>
          <a:xfrm>
            <a:off x="1876186" y="2356498"/>
            <a:ext cx="5520938" cy="354012"/>
            <a:chOff x="961748" y="2500313"/>
            <a:chExt cx="5520938" cy="354012"/>
          </a:xfrm>
        </p:grpSpPr>
        <p:sp>
          <p:nvSpPr>
            <p:cNvPr id="31" name="Rektangel 30"/>
            <p:cNvSpPr>
              <a:spLocks noChangeArrowheads="1"/>
            </p:cNvSpPr>
            <p:nvPr/>
          </p:nvSpPr>
          <p:spPr bwMode="auto">
            <a:xfrm>
              <a:off x="1441657" y="2500313"/>
              <a:ext cx="4997401" cy="354012"/>
            </a:xfrm>
            <a:prstGeom prst="rect">
              <a:avLst/>
            </a:prstGeom>
            <a:gradFill rotWithShape="1">
              <a:gsLst>
                <a:gs pos="0">
                  <a:schemeClr val="bg2"/>
                </a:gs>
                <a:gs pos="100000">
                  <a:schemeClr val="tx1"/>
                </a:gs>
              </a:gsLst>
              <a:lin ang="16200000"/>
            </a:gradFill>
            <a:ln w="9525">
              <a:noFill/>
              <a:miter lim="800000"/>
              <a:headEnd/>
              <a:tailEnd/>
            </a:ln>
            <a:effectLst>
              <a:outerShdw blurRad="635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da-DK" sz="1200" dirty="0">
                <a:solidFill>
                  <a:srgbClr val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  <p:sp>
          <p:nvSpPr>
            <p:cNvPr id="22544" name="Tekstboks 44"/>
            <p:cNvSpPr txBox="1">
              <a:spLocks noChangeArrowheads="1"/>
            </p:cNvSpPr>
            <p:nvPr/>
          </p:nvSpPr>
          <p:spPr bwMode="auto">
            <a:xfrm>
              <a:off x="1485285" y="2540000"/>
              <a:ext cx="499740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IN" sz="1200" dirty="0">
                  <a:solidFill>
                    <a:srgbClr val="171717"/>
                  </a:solidFill>
                </a:rPr>
                <a:t>Start-up / Accelerator / Fellow / Internship Module</a:t>
              </a:r>
            </a:p>
          </p:txBody>
        </p:sp>
        <p:grpSp>
          <p:nvGrpSpPr>
            <p:cNvPr id="15" name="Gruppe 85"/>
            <p:cNvGrpSpPr>
              <a:grpSpLocks/>
            </p:cNvGrpSpPr>
            <p:nvPr/>
          </p:nvGrpSpPr>
          <p:grpSpPr bwMode="auto">
            <a:xfrm>
              <a:off x="961748" y="2511425"/>
              <a:ext cx="430332" cy="342900"/>
              <a:chOff x="876300" y="2511425"/>
              <a:chExt cx="344488" cy="342900"/>
            </a:xfrm>
          </p:grpSpPr>
          <p:sp>
            <p:nvSpPr>
              <p:cNvPr id="8" name="Rektangel 7"/>
              <p:cNvSpPr>
                <a:spLocks noChangeArrowheads="1"/>
              </p:cNvSpPr>
              <p:nvPr/>
            </p:nvSpPr>
            <p:spPr bwMode="auto">
              <a:xfrm>
                <a:off x="876300" y="2511425"/>
                <a:ext cx="344488" cy="342900"/>
              </a:xfrm>
              <a:prstGeom prst="rect">
                <a:avLst/>
              </a:prstGeom>
              <a:gradFill rotWithShape="1">
                <a:gsLst>
                  <a:gs pos="0">
                    <a:srgbClr val="002060"/>
                  </a:gs>
                  <a:gs pos="100000">
                    <a:srgbClr val="1F88C8"/>
                  </a:gs>
                </a:gsLst>
                <a:lin ang="16200000"/>
              </a:gradFill>
              <a:ln w="9525">
                <a:solidFill>
                  <a:schemeClr val="accent3">
                    <a:lumMod val="50000"/>
                  </a:schemeClr>
                </a:solidFill>
                <a:miter lim="800000"/>
                <a:headEnd/>
                <a:tailEnd/>
              </a:ln>
              <a:effectLst>
                <a:outerShdw blurRad="63500" dist="23000" dir="5400000" rotWithShape="0">
                  <a:srgbClr val="00000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indent="-342900" algn="ctr" defTabSz="914400" fontAlgn="auto"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defRPr/>
                </a:pPr>
                <a:endParaRPr lang="da-DK" sz="1400" b="1" kern="0" noProof="1">
                  <a:solidFill>
                    <a:sysClr val="window" lastClr="FFFFFF"/>
                  </a:solidFill>
                  <a:latin typeface="Arial" pitchFamily="34" charset="0"/>
                  <a:ea typeface="ＭＳ Ｐゴシック" pitchFamily="-97" charset="-128"/>
                </a:endParaRPr>
              </a:p>
            </p:txBody>
          </p:sp>
          <p:sp>
            <p:nvSpPr>
              <p:cNvPr id="85" name="Tekstboks 84"/>
              <p:cNvSpPr txBox="1">
                <a:spLocks noChangeArrowheads="1"/>
              </p:cNvSpPr>
              <p:nvPr/>
            </p:nvSpPr>
            <p:spPr bwMode="auto">
              <a:xfrm>
                <a:off x="890588" y="2547938"/>
                <a:ext cx="322262" cy="2746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blurRad="63500" dist="23000" dir="5400000" rotWithShape="0">
                  <a:srgbClr val="00000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indent="-342900" algn="ctr">
                  <a:defRPr/>
                </a:pPr>
                <a:r>
                  <a:rPr lang="da-DK" sz="1200" noProof="1">
                    <a:solidFill>
                      <a:srgbClr val="FFFFFF"/>
                    </a:solidFill>
                    <a:latin typeface="Arial" pitchFamily="34" charset="0"/>
                    <a:ea typeface="ＭＳ Ｐゴシック" pitchFamily="-97" charset="-128"/>
                  </a:rPr>
                  <a:t>1</a:t>
                </a:r>
              </a:p>
            </p:txBody>
          </p:sp>
        </p:grpSp>
      </p:grpSp>
      <p:sp>
        <p:nvSpPr>
          <p:cNvPr id="2150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SimSun" pitchFamily="2" charset="-122"/>
                <a:cs typeface="Arial" pitchFamily="34" charset="0"/>
              </a:rPr>
              <a:t>Description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SimSun" pitchFamily="2" charset="-122"/>
                <a:cs typeface="Arial" pitchFamily="34" charset="0"/>
              </a:rPr>
              <a:t>Description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6" name="Group 53"/>
          <p:cNvGrpSpPr/>
          <p:nvPr/>
        </p:nvGrpSpPr>
        <p:grpSpPr>
          <a:xfrm>
            <a:off x="0" y="264409"/>
            <a:ext cx="9144000" cy="1172505"/>
            <a:chOff x="0" y="264409"/>
            <a:chExt cx="9144000" cy="1172505"/>
          </a:xfrm>
        </p:grpSpPr>
        <p:grpSp>
          <p:nvGrpSpPr>
            <p:cNvPr id="17" name="Group 57"/>
            <p:cNvGrpSpPr/>
            <p:nvPr/>
          </p:nvGrpSpPr>
          <p:grpSpPr>
            <a:xfrm>
              <a:off x="0" y="694824"/>
              <a:ext cx="9144000" cy="742090"/>
              <a:chOff x="0" y="694824"/>
              <a:chExt cx="9144000" cy="742090"/>
            </a:xfrm>
            <a:effectLst>
              <a:reflection blurRad="6350" stA="50000" endA="300" endPos="55000" dir="5400000" sy="-100000" algn="bl" rotWithShape="0"/>
            </a:effectLst>
          </p:grpSpPr>
          <p:sp>
            <p:nvSpPr>
              <p:cNvPr id="50" name="Rektangel 2"/>
              <p:cNvSpPr>
                <a:spLocks noChangeArrowheads="1"/>
              </p:cNvSpPr>
              <p:nvPr/>
            </p:nvSpPr>
            <p:spPr bwMode="auto">
              <a:xfrm>
                <a:off x="0" y="694824"/>
                <a:ext cx="9144000" cy="742090"/>
              </a:xfrm>
              <a:prstGeom prst="rect">
                <a:avLst/>
              </a:prstGeom>
              <a:gradFill flip="none" rotWithShape="1">
                <a:gsLst>
                  <a:gs pos="21000">
                    <a:srgbClr val="7DC8DF"/>
                  </a:gs>
                  <a:gs pos="100000">
                    <a:srgbClr val="6699FF"/>
                  </a:gs>
                </a:gsLst>
                <a:lin ang="5400000" scaled="1"/>
                <a:tileRect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indent="-342900" algn="ctr" fontAlgn="auto"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defRPr/>
                </a:pPr>
                <a:endParaRPr lang="da-DK" sz="1600" b="1" kern="0" noProof="1">
                  <a:solidFill>
                    <a:srgbClr val="FFFFFF"/>
                  </a:solidFill>
                  <a:latin typeface="Arial" pitchFamily="34" charset="0"/>
                  <a:ea typeface="ＭＳ Ｐゴシック" pitchFamily="-97" charset="-128"/>
                </a:endParaRPr>
              </a:p>
            </p:txBody>
          </p:sp>
          <p:sp>
            <p:nvSpPr>
              <p:cNvPr id="54" name="Rectangle 5"/>
              <p:cNvSpPr txBox="1">
                <a:spLocks noChangeArrowheads="1"/>
              </p:cNvSpPr>
              <p:nvPr/>
            </p:nvSpPr>
            <p:spPr bwMode="gray">
              <a:xfrm>
                <a:off x="862836" y="802976"/>
                <a:ext cx="6001101" cy="6000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rIns="0" anchor="ctr"/>
              <a:lstStyle/>
              <a:p>
                <a:pPr defTabSz="914400" eaLnBrk="0" hangingPunct="0">
                  <a:lnSpc>
                    <a:spcPct val="95000"/>
                  </a:lnSpc>
                </a:pPr>
                <a:r>
                  <a:rPr lang="en-US" sz="2800" b="1" dirty="0">
                    <a:solidFill>
                      <a:schemeClr val="bg1"/>
                    </a:solidFill>
                    <a:latin typeface="Trebuchet MS" pitchFamily="34" charset="0"/>
                  </a:rPr>
                  <a:t xml:space="preserve">Modules </a:t>
                </a:r>
              </a:p>
            </p:txBody>
          </p:sp>
        </p:grpSp>
        <p:sp>
          <p:nvSpPr>
            <p:cNvPr id="49" name="Rektangel 31"/>
            <p:cNvSpPr>
              <a:spLocks noChangeArrowheads="1"/>
            </p:cNvSpPr>
            <p:nvPr/>
          </p:nvSpPr>
          <p:spPr bwMode="auto">
            <a:xfrm>
              <a:off x="7106014" y="264409"/>
              <a:ext cx="1931111" cy="1148770"/>
            </a:xfrm>
            <a:prstGeom prst="rect">
              <a:avLst/>
            </a:prstGeom>
            <a:gradFill>
              <a:gsLst>
                <a:gs pos="45000">
                  <a:schemeClr val="tx2"/>
                </a:gs>
                <a:gs pos="98000">
                  <a:srgbClr val="D1C39F">
                    <a:alpha val="21000"/>
                  </a:srgbClr>
                </a:gs>
              </a:gsLst>
              <a:lin ang="5400000" scaled="0"/>
            </a:gradFill>
            <a:ln>
              <a:noFill/>
              <a:headEnd/>
              <a:tailE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da-DK" sz="3600" b="1" dirty="0">
                  <a:ln w="12700">
                    <a:solidFill>
                      <a:schemeClr val="tx2">
                        <a:satMod val="155000"/>
                      </a:schemeClr>
                    </a:solidFill>
                    <a:prstDash val="solid"/>
                  </a:ln>
                  <a:solidFill>
                    <a:schemeClr val="accent4">
                      <a:lumMod val="7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Trebuchet MS" pitchFamily="34" charset="0"/>
                  <a:ea typeface="ＭＳ Ｐゴシック" pitchFamily="-97" charset="-128"/>
                </a:rPr>
                <a:t>IMS</a:t>
              </a:r>
              <a:endParaRPr lang="da-DK" sz="3600" dirty="0">
                <a:solidFill>
                  <a:schemeClr val="accent4">
                    <a:lumMod val="75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  <a:latin typeface="Trebuchet MS" pitchFamily="34" charset="0"/>
                <a:ea typeface="ＭＳ Ｐゴシック" pitchFamily="-97" charset="-128"/>
              </a:endParaRPr>
            </a:p>
          </p:txBody>
        </p:sp>
      </p:grpSp>
    </p:spTree>
  </p:cSld>
  <p:clrMapOvr>
    <a:masterClrMapping/>
  </p:clrMapOvr>
  <p:transition advClick="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1" name="Elbow Connector 130"/>
          <p:cNvCxnSpPr/>
          <p:nvPr/>
        </p:nvCxnSpPr>
        <p:spPr>
          <a:xfrm flipV="1">
            <a:off x="4254500" y="3670300"/>
            <a:ext cx="1409700" cy="698500"/>
          </a:xfrm>
          <a:prstGeom prst="bentConnector3">
            <a:avLst>
              <a:gd name="adj1" fmla="val 100450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0" name="Shape 99"/>
          <p:cNvCxnSpPr>
            <a:stCxn id="2050" idx="2"/>
          </p:cNvCxnSpPr>
          <p:nvPr/>
        </p:nvCxnSpPr>
        <p:spPr>
          <a:xfrm rot="16200000" flipH="1">
            <a:off x="1820784" y="2392284"/>
            <a:ext cx="2194358" cy="429867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/>
          <p:nvPr/>
        </p:nvCxnSpPr>
        <p:spPr>
          <a:xfrm rot="10800000">
            <a:off x="1384300" y="2984500"/>
            <a:ext cx="4165600" cy="15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13" name="Group 60"/>
          <p:cNvGrpSpPr/>
          <p:nvPr/>
        </p:nvGrpSpPr>
        <p:grpSpPr>
          <a:xfrm>
            <a:off x="2934704" y="1768433"/>
            <a:ext cx="5520938" cy="560021"/>
            <a:chOff x="961748" y="2500313"/>
            <a:chExt cx="5520938" cy="354012"/>
          </a:xfrm>
        </p:grpSpPr>
        <p:sp>
          <p:nvSpPr>
            <p:cNvPr id="31" name="Rektangel 30"/>
            <p:cNvSpPr>
              <a:spLocks noChangeArrowheads="1"/>
            </p:cNvSpPr>
            <p:nvPr/>
          </p:nvSpPr>
          <p:spPr bwMode="auto">
            <a:xfrm>
              <a:off x="1441657" y="2500313"/>
              <a:ext cx="4997401" cy="354012"/>
            </a:xfrm>
            <a:prstGeom prst="rect">
              <a:avLst/>
            </a:prstGeom>
            <a:gradFill rotWithShape="1">
              <a:gsLst>
                <a:gs pos="0">
                  <a:schemeClr val="bg2"/>
                </a:gs>
                <a:gs pos="100000">
                  <a:schemeClr val="tx1"/>
                </a:gs>
              </a:gsLst>
              <a:lin ang="16200000"/>
            </a:gradFill>
            <a:ln w="9525">
              <a:noFill/>
              <a:miter lim="800000"/>
              <a:headEnd/>
              <a:tailEnd/>
            </a:ln>
            <a:effectLst>
              <a:outerShdw blurRad="635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da-DK" sz="1200" dirty="0">
                <a:solidFill>
                  <a:srgbClr val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  <p:sp>
          <p:nvSpPr>
            <p:cNvPr id="22544" name="Tekstboks 44"/>
            <p:cNvSpPr txBox="1">
              <a:spLocks noChangeArrowheads="1"/>
            </p:cNvSpPr>
            <p:nvPr/>
          </p:nvSpPr>
          <p:spPr bwMode="auto">
            <a:xfrm>
              <a:off x="1485285" y="2540000"/>
              <a:ext cx="4997401" cy="2918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200" dirty="0">
                  <a:solidFill>
                    <a:srgbClr val="171717"/>
                  </a:solidFill>
                </a:rPr>
                <a:t xml:space="preserve">User visits Landing Page and </a:t>
              </a:r>
              <a:r>
                <a:rPr lang="en-IN" sz="1200" dirty="0">
                  <a:solidFill>
                    <a:srgbClr val="171717"/>
                  </a:solidFill>
                </a:rPr>
                <a:t>Man power requirement By submitting the MPR form through IMS</a:t>
              </a:r>
            </a:p>
          </p:txBody>
        </p:sp>
        <p:grpSp>
          <p:nvGrpSpPr>
            <p:cNvPr id="15" name="Gruppe 85"/>
            <p:cNvGrpSpPr>
              <a:grpSpLocks/>
            </p:cNvGrpSpPr>
            <p:nvPr/>
          </p:nvGrpSpPr>
          <p:grpSpPr bwMode="auto">
            <a:xfrm>
              <a:off x="961748" y="2511425"/>
              <a:ext cx="430332" cy="342900"/>
              <a:chOff x="876300" y="2511425"/>
              <a:chExt cx="344488" cy="342900"/>
            </a:xfrm>
          </p:grpSpPr>
          <p:sp>
            <p:nvSpPr>
              <p:cNvPr id="8" name="Rektangel 7"/>
              <p:cNvSpPr>
                <a:spLocks noChangeArrowheads="1"/>
              </p:cNvSpPr>
              <p:nvPr/>
            </p:nvSpPr>
            <p:spPr bwMode="auto">
              <a:xfrm>
                <a:off x="876300" y="2511425"/>
                <a:ext cx="344488" cy="342900"/>
              </a:xfrm>
              <a:prstGeom prst="rect">
                <a:avLst/>
              </a:prstGeom>
              <a:gradFill rotWithShape="1">
                <a:gsLst>
                  <a:gs pos="0">
                    <a:srgbClr val="002060"/>
                  </a:gs>
                  <a:gs pos="100000">
                    <a:srgbClr val="1F88C8"/>
                  </a:gs>
                </a:gsLst>
                <a:lin ang="16200000"/>
              </a:gradFill>
              <a:ln w="9525">
                <a:solidFill>
                  <a:schemeClr val="accent3">
                    <a:lumMod val="50000"/>
                  </a:schemeClr>
                </a:solidFill>
                <a:miter lim="800000"/>
                <a:headEnd/>
                <a:tailEnd/>
              </a:ln>
              <a:effectLst>
                <a:outerShdw blurRad="63500" dist="23000" dir="5400000" rotWithShape="0">
                  <a:srgbClr val="00000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indent="-342900" algn="ctr" defTabSz="914400" fontAlgn="auto"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defRPr/>
                </a:pPr>
                <a:endParaRPr lang="da-DK" sz="1400" b="1" kern="0" noProof="1">
                  <a:solidFill>
                    <a:sysClr val="window" lastClr="FFFFFF"/>
                  </a:solidFill>
                  <a:latin typeface="Arial" pitchFamily="34" charset="0"/>
                  <a:ea typeface="ＭＳ Ｐゴシック" pitchFamily="-97" charset="-128"/>
                </a:endParaRPr>
              </a:p>
            </p:txBody>
          </p:sp>
          <p:sp>
            <p:nvSpPr>
              <p:cNvPr id="85" name="Tekstboks 84"/>
              <p:cNvSpPr txBox="1">
                <a:spLocks noChangeArrowheads="1"/>
              </p:cNvSpPr>
              <p:nvPr/>
            </p:nvSpPr>
            <p:spPr bwMode="auto">
              <a:xfrm>
                <a:off x="890588" y="2547938"/>
                <a:ext cx="322262" cy="2746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blurRad="63500" dist="23000" dir="5400000" rotWithShape="0">
                  <a:srgbClr val="00000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indent="-342900" algn="ctr">
                  <a:defRPr/>
                </a:pPr>
                <a:r>
                  <a:rPr lang="da-DK" sz="1200" noProof="1">
                    <a:solidFill>
                      <a:srgbClr val="FFFFFF"/>
                    </a:solidFill>
                    <a:latin typeface="Arial" pitchFamily="34" charset="0"/>
                    <a:ea typeface="ＭＳ Ｐゴシック" pitchFamily="-97" charset="-128"/>
                  </a:rPr>
                  <a:t>1</a:t>
                </a:r>
              </a:p>
            </p:txBody>
          </p:sp>
        </p:grpSp>
      </p:grpSp>
      <p:sp>
        <p:nvSpPr>
          <p:cNvPr id="2150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SimSun" pitchFamily="2" charset="-122"/>
                <a:cs typeface="Arial" pitchFamily="34" charset="0"/>
              </a:rPr>
              <a:t>Description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SimSun" pitchFamily="2" charset="-122"/>
                <a:cs typeface="Arial" pitchFamily="34" charset="0"/>
              </a:rPr>
              <a:t>Description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6" name="Group 53"/>
          <p:cNvGrpSpPr/>
          <p:nvPr/>
        </p:nvGrpSpPr>
        <p:grpSpPr>
          <a:xfrm>
            <a:off x="0" y="264409"/>
            <a:ext cx="9144000" cy="1172505"/>
            <a:chOff x="0" y="264409"/>
            <a:chExt cx="9144000" cy="1172505"/>
          </a:xfrm>
        </p:grpSpPr>
        <p:grpSp>
          <p:nvGrpSpPr>
            <p:cNvPr id="17" name="Group 57"/>
            <p:cNvGrpSpPr/>
            <p:nvPr/>
          </p:nvGrpSpPr>
          <p:grpSpPr>
            <a:xfrm>
              <a:off x="0" y="694824"/>
              <a:ext cx="9144000" cy="742090"/>
              <a:chOff x="0" y="694824"/>
              <a:chExt cx="9144000" cy="742090"/>
            </a:xfrm>
            <a:effectLst>
              <a:reflection blurRad="6350" stA="50000" endA="300" endPos="55000" dir="5400000" sy="-100000" algn="bl" rotWithShape="0"/>
            </a:effectLst>
          </p:grpSpPr>
          <p:sp>
            <p:nvSpPr>
              <p:cNvPr id="50" name="Rektangel 2"/>
              <p:cNvSpPr>
                <a:spLocks noChangeArrowheads="1"/>
              </p:cNvSpPr>
              <p:nvPr/>
            </p:nvSpPr>
            <p:spPr bwMode="auto">
              <a:xfrm>
                <a:off x="0" y="694824"/>
                <a:ext cx="9144000" cy="742090"/>
              </a:xfrm>
              <a:prstGeom prst="rect">
                <a:avLst/>
              </a:prstGeom>
              <a:gradFill flip="none" rotWithShape="1">
                <a:gsLst>
                  <a:gs pos="21000">
                    <a:srgbClr val="7DC8DF"/>
                  </a:gs>
                  <a:gs pos="100000">
                    <a:srgbClr val="6699FF"/>
                  </a:gs>
                </a:gsLst>
                <a:lin ang="5400000" scaled="1"/>
                <a:tileRect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indent="-342900" algn="ctr" fontAlgn="auto"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defRPr/>
                </a:pPr>
                <a:endParaRPr lang="da-DK" sz="1600" b="1" kern="0" noProof="1">
                  <a:solidFill>
                    <a:srgbClr val="FFFFFF"/>
                  </a:solidFill>
                  <a:latin typeface="Arial" pitchFamily="34" charset="0"/>
                  <a:ea typeface="ＭＳ Ｐゴシック" pitchFamily="-97" charset="-128"/>
                </a:endParaRPr>
              </a:p>
            </p:txBody>
          </p:sp>
          <p:sp>
            <p:nvSpPr>
              <p:cNvPr id="54" name="Rectangle 5"/>
              <p:cNvSpPr txBox="1">
                <a:spLocks noChangeArrowheads="1"/>
              </p:cNvSpPr>
              <p:nvPr/>
            </p:nvSpPr>
            <p:spPr bwMode="gray">
              <a:xfrm>
                <a:off x="862836" y="802976"/>
                <a:ext cx="6001101" cy="6000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rIns="0" anchor="ctr"/>
              <a:lstStyle/>
              <a:p>
                <a:pPr defTabSz="914400" eaLnBrk="0" hangingPunct="0">
                  <a:lnSpc>
                    <a:spcPct val="95000"/>
                  </a:lnSpc>
                </a:pPr>
                <a:r>
                  <a:rPr lang="en-US" sz="2800" b="1" dirty="0">
                    <a:solidFill>
                      <a:schemeClr val="bg1"/>
                    </a:solidFill>
                    <a:latin typeface="Trebuchet MS" pitchFamily="34" charset="0"/>
                  </a:rPr>
                  <a:t>IMS Application Workflow</a:t>
                </a:r>
              </a:p>
            </p:txBody>
          </p:sp>
        </p:grpSp>
        <p:sp>
          <p:nvSpPr>
            <p:cNvPr id="49" name="Rektangel 31"/>
            <p:cNvSpPr>
              <a:spLocks noChangeArrowheads="1"/>
            </p:cNvSpPr>
            <p:nvPr/>
          </p:nvSpPr>
          <p:spPr bwMode="auto">
            <a:xfrm>
              <a:off x="7106014" y="264409"/>
              <a:ext cx="1931111" cy="1148770"/>
            </a:xfrm>
            <a:prstGeom prst="rect">
              <a:avLst/>
            </a:prstGeom>
            <a:gradFill>
              <a:gsLst>
                <a:gs pos="45000">
                  <a:schemeClr val="tx2"/>
                </a:gs>
                <a:gs pos="98000">
                  <a:srgbClr val="D1C39F">
                    <a:alpha val="21000"/>
                  </a:srgbClr>
                </a:gs>
              </a:gsLst>
              <a:lin ang="5400000" scaled="0"/>
            </a:gradFill>
            <a:ln>
              <a:noFill/>
              <a:headEnd/>
              <a:tailE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da-DK" sz="3600" b="1" dirty="0">
                  <a:ln w="12700">
                    <a:solidFill>
                      <a:schemeClr val="tx2">
                        <a:satMod val="155000"/>
                      </a:schemeClr>
                    </a:solidFill>
                    <a:prstDash val="solid"/>
                  </a:ln>
                  <a:solidFill>
                    <a:schemeClr val="accent4">
                      <a:lumMod val="7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Trebuchet MS" pitchFamily="34" charset="0"/>
                  <a:ea typeface="ＭＳ Ｐゴシック" pitchFamily="-97" charset="-128"/>
                </a:rPr>
                <a:t>IMS</a:t>
              </a:r>
              <a:endParaRPr lang="da-DK" sz="3600" dirty="0">
                <a:solidFill>
                  <a:schemeClr val="accent4">
                    <a:lumMod val="75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  <a:latin typeface="Trebuchet MS" pitchFamily="34" charset="0"/>
                <a:ea typeface="ＭＳ Ｐゴシック" pitchFamily="-97" charset="-128"/>
              </a:endParaRPr>
            </a:p>
          </p:txBody>
        </p:sp>
      </p:grpSp>
      <p:pic>
        <p:nvPicPr>
          <p:cNvPr id="2050" name="Picture 2" descr="F:\Golden_Library\04_Icon\1340771832_persona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0074" y="2427338"/>
            <a:ext cx="1017104" cy="1017104"/>
          </a:xfrm>
          <a:prstGeom prst="rect">
            <a:avLst/>
          </a:prstGeom>
          <a:noFill/>
        </p:spPr>
      </p:pic>
      <p:sp>
        <p:nvSpPr>
          <p:cNvPr id="44" name="Flowchart: Process 43"/>
          <p:cNvSpPr/>
          <p:nvPr/>
        </p:nvSpPr>
        <p:spPr>
          <a:xfrm>
            <a:off x="5106898" y="5412127"/>
            <a:ext cx="1143008" cy="428628"/>
          </a:xfrm>
          <a:prstGeom prst="flowChartProcess">
            <a:avLst/>
          </a:prstGeom>
          <a:effectLst>
            <a:outerShdw blurRad="40000" dist="23000" dir="5400000" rotWithShape="0">
              <a:srgbClr val="000000">
                <a:alpha val="35000"/>
              </a:srgbClr>
            </a:outerShdw>
            <a:reflection blurRad="6350" stA="50000" endA="300" endPos="90000" dir="5400000" sy="-100000" algn="bl" rotWithShape="0"/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fontAlgn="auto">
              <a:spcBef>
                <a:spcPts val="0"/>
              </a:spcBef>
              <a:spcAft>
                <a:spcPts val="0"/>
              </a:spcAft>
              <a:defRPr sz="1000"/>
            </a:pPr>
            <a:r>
              <a:rPr lang="en-IN" sz="1200" kern="0" dirty="0">
                <a:solidFill>
                  <a:srgbClr val="000000"/>
                </a:solidFill>
                <a:latin typeface="arial"/>
                <a:cs typeface="arial"/>
              </a:rPr>
              <a:t>Admin Review</a:t>
            </a:r>
          </a:p>
        </p:txBody>
      </p:sp>
      <p:cxnSp>
        <p:nvCxnSpPr>
          <p:cNvPr id="47" name="Elbow Connector 11"/>
          <p:cNvCxnSpPr/>
          <p:nvPr/>
        </p:nvCxnSpPr>
        <p:spPr>
          <a:xfrm>
            <a:off x="779450" y="3652834"/>
            <a:ext cx="2229540" cy="571504"/>
          </a:xfrm>
          <a:prstGeom prst="bentConnector2">
            <a:avLst/>
          </a:prstGeom>
          <a:ln>
            <a:headEnd type="non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2" name="Flowchart: Process 51"/>
          <p:cNvSpPr/>
          <p:nvPr/>
        </p:nvSpPr>
        <p:spPr>
          <a:xfrm>
            <a:off x="2766681" y="4045759"/>
            <a:ext cx="1652919" cy="702366"/>
          </a:xfrm>
          <a:prstGeom prst="flowChartProcess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fontAlgn="auto">
              <a:spcBef>
                <a:spcPts val="0"/>
              </a:spcBef>
              <a:spcAft>
                <a:spcPts val="0"/>
              </a:spcAft>
              <a:defRPr sz="1000"/>
            </a:pPr>
            <a:r>
              <a:rPr lang="en-IN" sz="1200" kern="0" dirty="0">
                <a:solidFill>
                  <a:srgbClr val="000000"/>
                </a:solidFill>
                <a:latin typeface="arial"/>
                <a:cs typeface="arial"/>
              </a:rPr>
              <a:t>Reject Application</a:t>
            </a:r>
          </a:p>
        </p:txBody>
      </p:sp>
      <p:grpSp>
        <p:nvGrpSpPr>
          <p:cNvPr id="57" name="Grupper 67"/>
          <p:cNvGrpSpPr>
            <a:grpSpLocks/>
          </p:cNvGrpSpPr>
          <p:nvPr/>
        </p:nvGrpSpPr>
        <p:grpSpPr bwMode="auto">
          <a:xfrm>
            <a:off x="259937" y="4746890"/>
            <a:ext cx="1230934" cy="498179"/>
            <a:chOff x="876300" y="2508250"/>
            <a:chExt cx="344488" cy="498179"/>
          </a:xfrm>
        </p:grpSpPr>
        <p:sp>
          <p:nvSpPr>
            <p:cNvPr id="58" name="Rektangel 11"/>
            <p:cNvSpPr>
              <a:spLocks noChangeArrowheads="1"/>
            </p:cNvSpPr>
            <p:nvPr/>
          </p:nvSpPr>
          <p:spPr bwMode="auto">
            <a:xfrm>
              <a:off x="876300" y="2508250"/>
              <a:ext cx="344488" cy="346075"/>
            </a:xfrm>
            <a:prstGeom prst="rect">
              <a:avLst/>
            </a:prstGeom>
            <a:gradFill rotWithShape="1">
              <a:gsLst>
                <a:gs pos="0">
                  <a:schemeClr val="tx1"/>
                </a:gs>
                <a:gs pos="100000">
                  <a:schemeClr val="bg2"/>
                </a:gs>
              </a:gsLst>
              <a:lin ang="16200000"/>
            </a:gradFill>
            <a:ln w="9525">
              <a:solidFill>
                <a:schemeClr val="bg2">
                  <a:lumMod val="90000"/>
                </a:schemeClr>
              </a:solidFill>
              <a:miter lim="800000"/>
              <a:headEnd/>
              <a:tailEnd/>
            </a:ln>
            <a:effectLst>
              <a:outerShdw blurRad="635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da-DK" sz="1200" dirty="0">
                <a:solidFill>
                  <a:srgbClr val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  <p:sp>
          <p:nvSpPr>
            <p:cNvPr id="61" name="Tekstboks 12"/>
            <p:cNvSpPr txBox="1">
              <a:spLocks noChangeArrowheads="1"/>
            </p:cNvSpPr>
            <p:nvPr/>
          </p:nvSpPr>
          <p:spPr bwMode="auto">
            <a:xfrm>
              <a:off x="890588" y="2544764"/>
              <a:ext cx="32226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63500" algn="tl" rotWithShape="0">
                <a:srgbClr val="000000">
                  <a:alpha val="74998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da-DK" sz="1200" dirty="0">
                  <a:solidFill>
                    <a:srgbClr val="171717"/>
                  </a:solidFill>
                  <a:latin typeface="Arial" pitchFamily="34" charset="0"/>
                  <a:ea typeface="ＭＳ Ｐゴシック" pitchFamily="-97" charset="-128"/>
                </a:rPr>
                <a:t>Advisory Board Evaluation</a:t>
              </a:r>
            </a:p>
          </p:txBody>
        </p:sp>
      </p:grpSp>
      <p:grpSp>
        <p:nvGrpSpPr>
          <p:cNvPr id="62" name="Grupper 67"/>
          <p:cNvGrpSpPr>
            <a:grpSpLocks/>
          </p:cNvGrpSpPr>
          <p:nvPr/>
        </p:nvGrpSpPr>
        <p:grpSpPr bwMode="auto">
          <a:xfrm>
            <a:off x="1318315" y="3463906"/>
            <a:ext cx="1137755" cy="498179"/>
            <a:chOff x="876300" y="2508250"/>
            <a:chExt cx="344488" cy="498179"/>
          </a:xfrm>
        </p:grpSpPr>
        <p:sp>
          <p:nvSpPr>
            <p:cNvPr id="63" name="Rektangel 11"/>
            <p:cNvSpPr>
              <a:spLocks noChangeArrowheads="1"/>
            </p:cNvSpPr>
            <p:nvPr/>
          </p:nvSpPr>
          <p:spPr bwMode="auto">
            <a:xfrm>
              <a:off x="876300" y="2508250"/>
              <a:ext cx="344488" cy="346075"/>
            </a:xfrm>
            <a:prstGeom prst="rect">
              <a:avLst/>
            </a:prstGeom>
            <a:gradFill rotWithShape="1">
              <a:gsLst>
                <a:gs pos="0">
                  <a:schemeClr val="tx1"/>
                </a:gs>
                <a:gs pos="100000">
                  <a:schemeClr val="bg2"/>
                </a:gs>
              </a:gsLst>
              <a:lin ang="16200000"/>
            </a:gradFill>
            <a:ln w="9525">
              <a:solidFill>
                <a:schemeClr val="bg2">
                  <a:lumMod val="90000"/>
                </a:schemeClr>
              </a:solidFill>
              <a:miter lim="800000"/>
              <a:headEnd/>
              <a:tailEnd/>
            </a:ln>
            <a:effectLst>
              <a:outerShdw blurRad="635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da-DK" sz="1200" dirty="0">
                <a:solidFill>
                  <a:srgbClr val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  <p:sp>
          <p:nvSpPr>
            <p:cNvPr id="64" name="Tekstboks 12"/>
            <p:cNvSpPr txBox="1">
              <a:spLocks noChangeArrowheads="1"/>
            </p:cNvSpPr>
            <p:nvPr/>
          </p:nvSpPr>
          <p:spPr bwMode="auto">
            <a:xfrm>
              <a:off x="890588" y="2544764"/>
              <a:ext cx="32226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63500" algn="tl" rotWithShape="0">
                <a:srgbClr val="000000">
                  <a:alpha val="74998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da-DK" sz="1200" dirty="0">
                  <a:solidFill>
                    <a:srgbClr val="171717"/>
                  </a:solidFill>
                  <a:latin typeface="Arial" pitchFamily="34" charset="0"/>
                  <a:ea typeface="ＭＳ Ｐゴシック" pitchFamily="-97" charset="-128"/>
                </a:rPr>
                <a:t>Final Approval</a:t>
              </a:r>
            </a:p>
          </p:txBody>
        </p:sp>
      </p:grpSp>
      <p:pic>
        <p:nvPicPr>
          <p:cNvPr id="68" name="Picture 3" descr="C:\Users\ashish\AppData\Local\Microsoft\Windows\Temporary Internet Files\Content.IE5\RFCICVOW\MC900431601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518" y="1583635"/>
            <a:ext cx="1050026" cy="1050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9" name="Group 61"/>
          <p:cNvGrpSpPr/>
          <p:nvPr/>
        </p:nvGrpSpPr>
        <p:grpSpPr>
          <a:xfrm>
            <a:off x="2093261" y="2771860"/>
            <a:ext cx="2872439" cy="530142"/>
            <a:chOff x="1441657" y="2928937"/>
            <a:chExt cx="5041029" cy="449284"/>
          </a:xfrm>
        </p:grpSpPr>
        <p:sp>
          <p:nvSpPr>
            <p:cNvPr id="70" name="Rektangel 34"/>
            <p:cNvSpPr>
              <a:spLocks noChangeArrowheads="1"/>
            </p:cNvSpPr>
            <p:nvPr/>
          </p:nvSpPr>
          <p:spPr bwMode="auto">
            <a:xfrm>
              <a:off x="1441657" y="2928937"/>
              <a:ext cx="4997401" cy="449284"/>
            </a:xfrm>
            <a:prstGeom prst="rect">
              <a:avLst/>
            </a:prstGeom>
            <a:gradFill rotWithShape="1">
              <a:gsLst>
                <a:gs pos="0">
                  <a:schemeClr val="bg2"/>
                </a:gs>
                <a:gs pos="100000">
                  <a:schemeClr val="tx1"/>
                </a:gs>
              </a:gsLst>
              <a:lin ang="16200000"/>
            </a:gradFill>
            <a:ln w="9525">
              <a:noFill/>
              <a:miter lim="800000"/>
              <a:headEnd/>
              <a:tailEnd/>
            </a:ln>
            <a:effectLst>
              <a:outerShdw blurRad="635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da-DK" sz="1200" dirty="0">
                <a:solidFill>
                  <a:srgbClr val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  <p:sp>
          <p:nvSpPr>
            <p:cNvPr id="71" name="Tekstboks 48"/>
            <p:cNvSpPr txBox="1">
              <a:spLocks noChangeArrowheads="1"/>
            </p:cNvSpPr>
            <p:nvPr/>
          </p:nvSpPr>
          <p:spPr bwMode="auto">
            <a:xfrm>
              <a:off x="1485284" y="2970207"/>
              <a:ext cx="4997402" cy="391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 dirty="0">
                  <a:solidFill>
                    <a:srgbClr val="171717"/>
                  </a:solidFill>
                </a:rPr>
                <a:t>Assign Mentor to Approved Startup</a:t>
              </a:r>
            </a:p>
            <a:p>
              <a:pPr algn="ctr"/>
              <a:r>
                <a:rPr lang="en-IN" sz="1200" dirty="0">
                  <a:solidFill>
                    <a:srgbClr val="171717"/>
                  </a:solidFill>
                </a:rPr>
                <a:t>Incubation Period Begins</a:t>
              </a:r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5087295" y="2564848"/>
            <a:ext cx="1319026" cy="1219200"/>
            <a:chOff x="3928835" y="4118113"/>
            <a:chExt cx="1319026" cy="1219200"/>
          </a:xfrm>
        </p:grpSpPr>
        <p:pic>
          <p:nvPicPr>
            <p:cNvPr id="2051" name="Picture 3" descr="F:\Golden_Library\04_Icon\128\1342414942_mycomputer.pn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028661" y="4118113"/>
              <a:ext cx="1219200" cy="1219200"/>
            </a:xfrm>
            <a:prstGeom prst="rect">
              <a:avLst/>
            </a:prstGeom>
            <a:noFill/>
          </p:spPr>
        </p:pic>
        <p:sp>
          <p:nvSpPr>
            <p:cNvPr id="76" name="Tekstboks 12"/>
            <p:cNvSpPr txBox="1">
              <a:spLocks noChangeArrowheads="1"/>
            </p:cNvSpPr>
            <p:nvPr/>
          </p:nvSpPr>
          <p:spPr bwMode="auto">
            <a:xfrm>
              <a:off x="3928835" y="4363762"/>
              <a:ext cx="1151515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63500" algn="tl" rotWithShape="0">
                <a:srgbClr val="000000">
                  <a:alpha val="74998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da-DK" sz="12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Arial" pitchFamily="34" charset="0"/>
                  <a:ea typeface="ＭＳ Ｐゴシック" pitchFamily="-97" charset="-128"/>
                </a:rPr>
                <a:t>IMS</a:t>
              </a:r>
              <a:endParaRPr lang="da-DK" sz="1200" dirty="0">
                <a:solidFill>
                  <a:srgbClr val="171717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</p:grpSp>
      <p:cxnSp>
        <p:nvCxnSpPr>
          <p:cNvPr id="88" name="Straight Arrow Connector 87"/>
          <p:cNvCxnSpPr/>
          <p:nvPr/>
        </p:nvCxnSpPr>
        <p:spPr>
          <a:xfrm rot="16200000" flipV="1">
            <a:off x="5529664" y="2490388"/>
            <a:ext cx="252390" cy="2365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3" name="Elbow Connector 102"/>
          <p:cNvCxnSpPr>
            <a:stCxn id="2051" idx="3"/>
          </p:cNvCxnSpPr>
          <p:nvPr/>
        </p:nvCxnSpPr>
        <p:spPr>
          <a:xfrm flipH="1">
            <a:off x="6299200" y="3174448"/>
            <a:ext cx="107121" cy="2438952"/>
          </a:xfrm>
          <a:prstGeom prst="bentConnector4">
            <a:avLst>
              <a:gd name="adj1" fmla="val -1719085"/>
              <a:gd name="adj2" fmla="val 98947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8" name="Straight Arrow Connector 137"/>
          <p:cNvCxnSpPr/>
          <p:nvPr/>
        </p:nvCxnSpPr>
        <p:spPr>
          <a:xfrm rot="16200000" flipV="1">
            <a:off x="5529663" y="6033688"/>
            <a:ext cx="252390" cy="2365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6" name="Straight Arrow Connector 155"/>
          <p:cNvCxnSpPr/>
          <p:nvPr/>
        </p:nvCxnSpPr>
        <p:spPr>
          <a:xfrm rot="16200000" flipV="1">
            <a:off x="5908457" y="5341816"/>
            <a:ext cx="252390" cy="2365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149" name="Grupper 67"/>
          <p:cNvGrpSpPr>
            <a:grpSpLocks/>
          </p:cNvGrpSpPr>
          <p:nvPr/>
        </p:nvGrpSpPr>
        <p:grpSpPr bwMode="auto">
          <a:xfrm>
            <a:off x="7604815" y="5064106"/>
            <a:ext cx="1424885" cy="752494"/>
            <a:chOff x="876300" y="2508250"/>
            <a:chExt cx="344488" cy="752494"/>
          </a:xfrm>
        </p:grpSpPr>
        <p:sp>
          <p:nvSpPr>
            <p:cNvPr id="150" name="Rektangel 11"/>
            <p:cNvSpPr>
              <a:spLocks noChangeArrowheads="1"/>
            </p:cNvSpPr>
            <p:nvPr/>
          </p:nvSpPr>
          <p:spPr bwMode="auto">
            <a:xfrm>
              <a:off x="876300" y="2508250"/>
              <a:ext cx="344488" cy="75249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da-DK" sz="1200" dirty="0">
                <a:solidFill>
                  <a:srgbClr val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  <p:sp>
          <p:nvSpPr>
            <p:cNvPr id="151" name="Tekstboks 12"/>
            <p:cNvSpPr txBox="1">
              <a:spLocks noChangeArrowheads="1"/>
            </p:cNvSpPr>
            <p:nvPr/>
          </p:nvSpPr>
          <p:spPr bwMode="auto">
            <a:xfrm>
              <a:off x="890588" y="2544764"/>
              <a:ext cx="322262" cy="652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63500" algn="tl" rotWithShape="0">
                <a:srgbClr val="000000">
                  <a:alpha val="74998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da-DK" sz="1200" dirty="0">
                  <a:solidFill>
                    <a:srgbClr val="171717"/>
                  </a:solidFill>
                  <a:latin typeface="Arial" pitchFamily="34" charset="0"/>
                  <a:ea typeface="ＭＳ Ｐゴシック" pitchFamily="-97" charset="-128"/>
                </a:rPr>
                <a:t>Employement  Process On IMS</a:t>
              </a:r>
            </a:p>
          </p:txBody>
        </p:sp>
      </p:grpSp>
      <p:grpSp>
        <p:nvGrpSpPr>
          <p:cNvPr id="146" name="Grupper 67"/>
          <p:cNvGrpSpPr>
            <a:grpSpLocks/>
          </p:cNvGrpSpPr>
          <p:nvPr/>
        </p:nvGrpSpPr>
        <p:grpSpPr bwMode="auto">
          <a:xfrm>
            <a:off x="1407215" y="5749906"/>
            <a:ext cx="2796485" cy="682845"/>
            <a:chOff x="876300" y="2508250"/>
            <a:chExt cx="344488" cy="682845"/>
          </a:xfrm>
        </p:grpSpPr>
        <p:sp>
          <p:nvSpPr>
            <p:cNvPr id="147" name="Rektangel 11"/>
            <p:cNvSpPr>
              <a:spLocks noChangeArrowheads="1"/>
            </p:cNvSpPr>
            <p:nvPr/>
          </p:nvSpPr>
          <p:spPr bwMode="auto">
            <a:xfrm>
              <a:off x="876300" y="2508250"/>
              <a:ext cx="344488" cy="34607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da-DK" sz="1200" dirty="0">
                <a:solidFill>
                  <a:srgbClr val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  <p:sp>
          <p:nvSpPr>
            <p:cNvPr id="148" name="Tekstboks 12"/>
            <p:cNvSpPr txBox="1">
              <a:spLocks noChangeArrowheads="1"/>
            </p:cNvSpPr>
            <p:nvPr/>
          </p:nvSpPr>
          <p:spPr bwMode="auto">
            <a:xfrm>
              <a:off x="890588" y="2544764"/>
              <a:ext cx="322262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63500" algn="tl" rotWithShape="0">
                <a:srgbClr val="000000">
                  <a:alpha val="74998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da-DK" sz="1200" dirty="0">
                  <a:solidFill>
                    <a:srgbClr val="171717"/>
                  </a:solidFill>
                  <a:latin typeface="Arial" pitchFamily="34" charset="0"/>
                  <a:ea typeface="ＭＳ Ｐゴシック" pitchFamily="-97" charset="-128"/>
                </a:rPr>
                <a:t>Stage Progression</a:t>
              </a:r>
            </a:p>
          </p:txBody>
        </p:sp>
      </p:grpSp>
      <p:cxnSp>
        <p:nvCxnSpPr>
          <p:cNvPr id="128" name="Straight Arrow Connector 127"/>
          <p:cNvCxnSpPr/>
          <p:nvPr/>
        </p:nvCxnSpPr>
        <p:spPr>
          <a:xfrm rot="5400000">
            <a:off x="1689653" y="4565375"/>
            <a:ext cx="808383" cy="1588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23" name="Elbow Connector 122"/>
          <p:cNvCxnSpPr/>
          <p:nvPr/>
        </p:nvCxnSpPr>
        <p:spPr>
          <a:xfrm>
            <a:off x="4611756" y="3896139"/>
            <a:ext cx="1113183" cy="940904"/>
          </a:xfrm>
          <a:prstGeom prst="bentConnector3">
            <a:avLst>
              <a:gd name="adj1" fmla="val 100000"/>
            </a:avLst>
          </a:prstGeom>
          <a:ln>
            <a:headEnd type="non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1" name="Elbow Connector 130"/>
          <p:cNvCxnSpPr/>
          <p:nvPr/>
        </p:nvCxnSpPr>
        <p:spPr>
          <a:xfrm>
            <a:off x="6382578" y="3070087"/>
            <a:ext cx="2430118" cy="574261"/>
          </a:xfrm>
          <a:prstGeom prst="bentConnector3">
            <a:avLst>
              <a:gd name="adj1" fmla="val 100170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150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SimSun" pitchFamily="2" charset="-122"/>
                <a:cs typeface="Arial" pitchFamily="34" charset="0"/>
              </a:rPr>
              <a:t>Description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SimSun" pitchFamily="2" charset="-122"/>
                <a:cs typeface="Arial" pitchFamily="34" charset="0"/>
              </a:rPr>
              <a:t>Description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" name="Group 53"/>
          <p:cNvGrpSpPr/>
          <p:nvPr/>
        </p:nvGrpSpPr>
        <p:grpSpPr>
          <a:xfrm>
            <a:off x="0" y="264409"/>
            <a:ext cx="9144000" cy="1172505"/>
            <a:chOff x="0" y="264409"/>
            <a:chExt cx="9144000" cy="1172505"/>
          </a:xfrm>
        </p:grpSpPr>
        <p:grpSp>
          <p:nvGrpSpPr>
            <p:cNvPr id="5" name="Group 57"/>
            <p:cNvGrpSpPr/>
            <p:nvPr/>
          </p:nvGrpSpPr>
          <p:grpSpPr>
            <a:xfrm>
              <a:off x="0" y="694824"/>
              <a:ext cx="9144000" cy="742090"/>
              <a:chOff x="0" y="694824"/>
              <a:chExt cx="9144000" cy="742090"/>
            </a:xfrm>
            <a:effectLst>
              <a:reflection blurRad="6350" stA="50000" endA="300" endPos="55000" dir="5400000" sy="-100000" algn="bl" rotWithShape="0"/>
            </a:effectLst>
          </p:grpSpPr>
          <p:sp>
            <p:nvSpPr>
              <p:cNvPr id="50" name="Rektangel 2"/>
              <p:cNvSpPr>
                <a:spLocks noChangeArrowheads="1"/>
              </p:cNvSpPr>
              <p:nvPr/>
            </p:nvSpPr>
            <p:spPr bwMode="auto">
              <a:xfrm>
                <a:off x="0" y="694824"/>
                <a:ext cx="9144000" cy="742090"/>
              </a:xfrm>
              <a:prstGeom prst="rect">
                <a:avLst/>
              </a:prstGeom>
              <a:gradFill flip="none" rotWithShape="1">
                <a:gsLst>
                  <a:gs pos="21000">
                    <a:srgbClr val="7DC8DF"/>
                  </a:gs>
                  <a:gs pos="100000">
                    <a:srgbClr val="6699FF"/>
                  </a:gs>
                </a:gsLst>
                <a:lin ang="5400000" scaled="1"/>
                <a:tileRect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indent="-342900" algn="ctr" fontAlgn="auto"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defRPr/>
                </a:pPr>
                <a:endParaRPr lang="da-DK" sz="1600" b="1" kern="0" noProof="1">
                  <a:solidFill>
                    <a:srgbClr val="FFFFFF"/>
                  </a:solidFill>
                  <a:latin typeface="Arial" pitchFamily="34" charset="0"/>
                  <a:ea typeface="ＭＳ Ｐゴシック" pitchFamily="-97" charset="-128"/>
                </a:endParaRPr>
              </a:p>
            </p:txBody>
          </p:sp>
          <p:sp>
            <p:nvSpPr>
              <p:cNvPr id="54" name="Rectangle 5"/>
              <p:cNvSpPr txBox="1">
                <a:spLocks noChangeArrowheads="1"/>
              </p:cNvSpPr>
              <p:nvPr/>
            </p:nvSpPr>
            <p:spPr bwMode="gray">
              <a:xfrm>
                <a:off x="862836" y="802976"/>
                <a:ext cx="6001101" cy="6000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rIns="0" anchor="ctr"/>
              <a:lstStyle/>
              <a:p>
                <a:pPr defTabSz="914400" eaLnBrk="0" hangingPunct="0">
                  <a:lnSpc>
                    <a:spcPct val="95000"/>
                  </a:lnSpc>
                </a:pPr>
                <a:r>
                  <a:rPr lang="en-US" sz="2800" b="1" dirty="0">
                    <a:solidFill>
                      <a:schemeClr val="bg1"/>
                    </a:solidFill>
                    <a:latin typeface="Trebuchet MS" pitchFamily="34" charset="0"/>
                  </a:rPr>
                  <a:t>Startup Module</a:t>
                </a:r>
              </a:p>
            </p:txBody>
          </p:sp>
        </p:grpSp>
        <p:sp>
          <p:nvSpPr>
            <p:cNvPr id="49" name="Rektangel 31"/>
            <p:cNvSpPr>
              <a:spLocks noChangeArrowheads="1"/>
            </p:cNvSpPr>
            <p:nvPr/>
          </p:nvSpPr>
          <p:spPr bwMode="auto">
            <a:xfrm>
              <a:off x="7106014" y="264409"/>
              <a:ext cx="1931111" cy="1148770"/>
            </a:xfrm>
            <a:prstGeom prst="rect">
              <a:avLst/>
            </a:prstGeom>
            <a:gradFill>
              <a:gsLst>
                <a:gs pos="45000">
                  <a:schemeClr val="tx2"/>
                </a:gs>
                <a:gs pos="98000">
                  <a:srgbClr val="D1C39F">
                    <a:alpha val="21000"/>
                  </a:srgbClr>
                </a:gs>
              </a:gsLst>
              <a:lin ang="5400000" scaled="0"/>
            </a:gradFill>
            <a:ln>
              <a:noFill/>
              <a:headEnd/>
              <a:tailE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da-DK" sz="3600" b="1" dirty="0">
                  <a:ln w="12700">
                    <a:solidFill>
                      <a:schemeClr val="tx2">
                        <a:satMod val="155000"/>
                      </a:schemeClr>
                    </a:solidFill>
                    <a:prstDash val="solid"/>
                  </a:ln>
                  <a:solidFill>
                    <a:schemeClr val="accent4">
                      <a:lumMod val="7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Trebuchet MS" pitchFamily="34" charset="0"/>
                  <a:ea typeface="ＭＳ Ｐゴシック" pitchFamily="-97" charset="-128"/>
                </a:rPr>
                <a:t>IMS</a:t>
              </a:r>
              <a:endParaRPr lang="da-DK" sz="3600" dirty="0">
                <a:solidFill>
                  <a:schemeClr val="accent4">
                    <a:lumMod val="75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  <a:latin typeface="Trebuchet MS" pitchFamily="34" charset="0"/>
                <a:ea typeface="ＭＳ Ｐゴシック" pitchFamily="-97" charset="-128"/>
              </a:endParaRPr>
            </a:p>
          </p:txBody>
        </p:sp>
      </p:grpSp>
      <p:cxnSp>
        <p:nvCxnSpPr>
          <p:cNvPr id="47" name="Elbow Connector 11"/>
          <p:cNvCxnSpPr/>
          <p:nvPr/>
        </p:nvCxnSpPr>
        <p:spPr>
          <a:xfrm rot="10800000" flipV="1">
            <a:off x="2080592" y="2946399"/>
            <a:ext cx="3164511" cy="976243"/>
          </a:xfrm>
          <a:prstGeom prst="bentConnector3">
            <a:avLst>
              <a:gd name="adj1" fmla="val 99834"/>
            </a:avLst>
          </a:prstGeom>
          <a:ln>
            <a:headEnd type="non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2" name="Flowchart: Process 51"/>
          <p:cNvSpPr/>
          <p:nvPr/>
        </p:nvSpPr>
        <p:spPr>
          <a:xfrm>
            <a:off x="7414881" y="3658684"/>
            <a:ext cx="1652919" cy="702366"/>
          </a:xfrm>
          <a:prstGeom prst="flowChartProcess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fontAlgn="auto">
              <a:spcBef>
                <a:spcPts val="0"/>
              </a:spcBef>
              <a:spcAft>
                <a:spcPts val="0"/>
              </a:spcAft>
              <a:defRPr sz="1000"/>
            </a:pPr>
            <a:r>
              <a:rPr lang="en-IN" sz="1200" kern="0" dirty="0">
                <a:solidFill>
                  <a:srgbClr val="000000"/>
                </a:solidFill>
                <a:latin typeface="arial"/>
                <a:cs typeface="arial"/>
              </a:rPr>
              <a:t>Startup fills Application Form and uploads documents for Admin review</a:t>
            </a:r>
          </a:p>
        </p:txBody>
      </p:sp>
      <p:grpSp>
        <p:nvGrpSpPr>
          <p:cNvPr id="6" name="Grupper 67"/>
          <p:cNvGrpSpPr>
            <a:grpSpLocks/>
          </p:cNvGrpSpPr>
          <p:nvPr/>
        </p:nvGrpSpPr>
        <p:grpSpPr bwMode="auto">
          <a:xfrm>
            <a:off x="6501711" y="2891586"/>
            <a:ext cx="1230934" cy="346075"/>
            <a:chOff x="876300" y="2508250"/>
            <a:chExt cx="344488" cy="346075"/>
          </a:xfrm>
        </p:grpSpPr>
        <p:sp>
          <p:nvSpPr>
            <p:cNvPr id="58" name="Rektangel 11"/>
            <p:cNvSpPr>
              <a:spLocks noChangeArrowheads="1"/>
            </p:cNvSpPr>
            <p:nvPr/>
          </p:nvSpPr>
          <p:spPr bwMode="auto">
            <a:xfrm>
              <a:off x="876300" y="2508250"/>
              <a:ext cx="344488" cy="346075"/>
            </a:xfrm>
            <a:prstGeom prst="rect">
              <a:avLst/>
            </a:prstGeom>
            <a:gradFill rotWithShape="1">
              <a:gsLst>
                <a:gs pos="0">
                  <a:schemeClr val="tx1"/>
                </a:gs>
                <a:gs pos="100000">
                  <a:schemeClr val="bg2"/>
                </a:gs>
              </a:gsLst>
              <a:lin ang="16200000"/>
            </a:gradFill>
            <a:ln w="9525">
              <a:solidFill>
                <a:schemeClr val="bg2">
                  <a:lumMod val="90000"/>
                </a:schemeClr>
              </a:solidFill>
              <a:miter lim="800000"/>
              <a:headEnd/>
              <a:tailEnd/>
            </a:ln>
            <a:effectLst>
              <a:outerShdw blurRad="635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da-DK" sz="1200" dirty="0">
                <a:solidFill>
                  <a:srgbClr val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  <p:sp>
          <p:nvSpPr>
            <p:cNvPr id="61" name="Tekstboks 12"/>
            <p:cNvSpPr txBox="1">
              <a:spLocks noChangeArrowheads="1"/>
            </p:cNvSpPr>
            <p:nvPr/>
          </p:nvSpPr>
          <p:spPr bwMode="auto">
            <a:xfrm>
              <a:off x="890588" y="2544764"/>
              <a:ext cx="32226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63500" algn="tl" rotWithShape="0">
                <a:srgbClr val="000000">
                  <a:alpha val="74998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da-DK" sz="1200" dirty="0">
                  <a:solidFill>
                    <a:srgbClr val="171717"/>
                  </a:solidFill>
                  <a:latin typeface="Arial" pitchFamily="34" charset="0"/>
                  <a:ea typeface="ＭＳ Ｐゴシック" pitchFamily="-97" charset="-128"/>
                </a:rPr>
                <a:t>Rejected</a:t>
              </a:r>
            </a:p>
          </p:txBody>
        </p:sp>
      </p:grpSp>
      <p:grpSp>
        <p:nvGrpSpPr>
          <p:cNvPr id="7" name="Grupper 67"/>
          <p:cNvGrpSpPr>
            <a:grpSpLocks/>
          </p:cNvGrpSpPr>
          <p:nvPr/>
        </p:nvGrpSpPr>
        <p:grpSpPr bwMode="auto">
          <a:xfrm>
            <a:off x="3134415" y="2778106"/>
            <a:ext cx="1137755" cy="346075"/>
            <a:chOff x="876300" y="2508250"/>
            <a:chExt cx="344488" cy="346075"/>
          </a:xfrm>
        </p:grpSpPr>
        <p:sp>
          <p:nvSpPr>
            <p:cNvPr id="63" name="Rektangel 11"/>
            <p:cNvSpPr>
              <a:spLocks noChangeArrowheads="1"/>
            </p:cNvSpPr>
            <p:nvPr/>
          </p:nvSpPr>
          <p:spPr bwMode="auto">
            <a:xfrm>
              <a:off x="876300" y="2508250"/>
              <a:ext cx="344488" cy="346075"/>
            </a:xfrm>
            <a:prstGeom prst="rect">
              <a:avLst/>
            </a:prstGeom>
            <a:gradFill rotWithShape="1">
              <a:gsLst>
                <a:gs pos="0">
                  <a:schemeClr val="tx1"/>
                </a:gs>
                <a:gs pos="100000">
                  <a:schemeClr val="bg2"/>
                </a:gs>
              </a:gsLst>
              <a:lin ang="16200000"/>
            </a:gradFill>
            <a:ln w="9525">
              <a:solidFill>
                <a:schemeClr val="bg2">
                  <a:lumMod val="90000"/>
                </a:schemeClr>
              </a:solidFill>
              <a:miter lim="800000"/>
              <a:headEnd/>
              <a:tailEnd/>
            </a:ln>
            <a:effectLst>
              <a:outerShdw blurRad="635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da-DK" sz="1200" dirty="0">
                <a:solidFill>
                  <a:srgbClr val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  <p:sp>
          <p:nvSpPr>
            <p:cNvPr id="64" name="Tekstboks 12"/>
            <p:cNvSpPr txBox="1">
              <a:spLocks noChangeArrowheads="1"/>
            </p:cNvSpPr>
            <p:nvPr/>
          </p:nvSpPr>
          <p:spPr bwMode="auto">
            <a:xfrm>
              <a:off x="890588" y="2544764"/>
              <a:ext cx="32226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63500" algn="tl" rotWithShape="0">
                <a:srgbClr val="000000">
                  <a:alpha val="74998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da-DK" sz="1200" dirty="0">
                  <a:solidFill>
                    <a:srgbClr val="171717"/>
                  </a:solidFill>
                  <a:latin typeface="Arial" pitchFamily="34" charset="0"/>
                  <a:ea typeface="ＭＳ Ｐゴシック" pitchFamily="-97" charset="-128"/>
                </a:rPr>
                <a:t>Approved by Admin</a:t>
              </a:r>
            </a:p>
          </p:txBody>
        </p:sp>
      </p:grpSp>
      <p:grpSp>
        <p:nvGrpSpPr>
          <p:cNvPr id="10" name="Group 77"/>
          <p:cNvGrpSpPr/>
          <p:nvPr/>
        </p:nvGrpSpPr>
        <p:grpSpPr>
          <a:xfrm>
            <a:off x="5099995" y="2526748"/>
            <a:ext cx="1319026" cy="1219200"/>
            <a:chOff x="3928835" y="4118113"/>
            <a:chExt cx="1319026" cy="1219200"/>
          </a:xfrm>
        </p:grpSpPr>
        <p:pic>
          <p:nvPicPr>
            <p:cNvPr id="2051" name="Picture 3" descr="F:\Golden_Library\04_Icon\128\1342414942_mycomputer.pn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028661" y="4118113"/>
              <a:ext cx="1219200" cy="1219200"/>
            </a:xfrm>
            <a:prstGeom prst="rect">
              <a:avLst/>
            </a:prstGeom>
            <a:noFill/>
          </p:spPr>
        </p:pic>
        <p:sp>
          <p:nvSpPr>
            <p:cNvPr id="76" name="Tekstboks 12"/>
            <p:cNvSpPr txBox="1">
              <a:spLocks noChangeArrowheads="1"/>
            </p:cNvSpPr>
            <p:nvPr/>
          </p:nvSpPr>
          <p:spPr bwMode="auto">
            <a:xfrm>
              <a:off x="3928835" y="4363762"/>
              <a:ext cx="1151515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63500" algn="tl" rotWithShape="0">
                <a:srgbClr val="000000">
                  <a:alpha val="74998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da-DK" sz="12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Arial" pitchFamily="34" charset="0"/>
                  <a:ea typeface="ＭＳ Ｐゴシック" pitchFamily="-97" charset="-128"/>
                </a:rPr>
                <a:t>IMS</a:t>
              </a:r>
              <a:endParaRPr lang="da-DK" sz="1200" dirty="0">
                <a:solidFill>
                  <a:srgbClr val="171717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</p:grpSp>
      <p:pic>
        <p:nvPicPr>
          <p:cNvPr id="38" name="Picture 2" descr="C:\Users\ashish\AppData\Local\Microsoft\Windows\Temporary Internet Files\Content.IE5\2GT5N21W\MC900432610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1900" y="1663700"/>
            <a:ext cx="876300" cy="87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60"/>
          <p:cNvGrpSpPr/>
          <p:nvPr/>
        </p:nvGrpSpPr>
        <p:grpSpPr>
          <a:xfrm>
            <a:off x="3363813" y="1755733"/>
            <a:ext cx="5041029" cy="560021"/>
            <a:chOff x="1441657" y="2500313"/>
            <a:chExt cx="5041029" cy="354012"/>
          </a:xfrm>
        </p:grpSpPr>
        <p:sp>
          <p:nvSpPr>
            <p:cNvPr id="31" name="Rektangel 30"/>
            <p:cNvSpPr>
              <a:spLocks noChangeArrowheads="1"/>
            </p:cNvSpPr>
            <p:nvPr/>
          </p:nvSpPr>
          <p:spPr bwMode="auto">
            <a:xfrm>
              <a:off x="1441657" y="2500313"/>
              <a:ext cx="4997401" cy="354012"/>
            </a:xfrm>
            <a:prstGeom prst="rect">
              <a:avLst/>
            </a:prstGeom>
            <a:gradFill rotWithShape="1">
              <a:gsLst>
                <a:gs pos="0">
                  <a:schemeClr val="bg2"/>
                </a:gs>
                <a:gs pos="100000">
                  <a:schemeClr val="tx1"/>
                </a:gs>
              </a:gsLst>
              <a:lin ang="16200000"/>
            </a:gradFill>
            <a:ln w="9525">
              <a:noFill/>
              <a:miter lim="800000"/>
              <a:headEnd/>
              <a:tailEnd/>
            </a:ln>
            <a:effectLst>
              <a:outerShdw blurRad="635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da-DK" sz="1200" dirty="0">
                <a:solidFill>
                  <a:srgbClr val="FFFFFF"/>
                </a:solidFill>
                <a:effectLst/>
                <a:latin typeface="Arial" pitchFamily="34" charset="0"/>
                <a:ea typeface="ＭＳ Ｐゴシック" pitchFamily="-97" charset="-128"/>
              </a:endParaRPr>
            </a:p>
          </p:txBody>
        </p:sp>
        <p:sp>
          <p:nvSpPr>
            <p:cNvPr id="22544" name="Tekstboks 44"/>
            <p:cNvSpPr txBox="1">
              <a:spLocks noChangeArrowheads="1"/>
            </p:cNvSpPr>
            <p:nvPr/>
          </p:nvSpPr>
          <p:spPr bwMode="auto">
            <a:xfrm>
              <a:off x="1485285" y="2540000"/>
              <a:ext cx="4997401" cy="291837"/>
            </a:xfrm>
            <a:prstGeom prst="rect">
              <a:avLst/>
            </a:prstGeom>
            <a:effectLst>
              <a:outerShdw blurRad="40000" dist="23000" dir="5400000" rotWithShape="0">
                <a:srgbClr val="000000">
                  <a:alpha val="35000"/>
                </a:srgbClr>
              </a:outerShdw>
              <a:reflection blurRad="6350" stA="50000" endA="300" endPos="90000" dir="5400000" sy="-100000" algn="bl" rotWithShape="0"/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 fontAlgn="auto">
                <a:spcBef>
                  <a:spcPts val="0"/>
                </a:spcBef>
                <a:spcAft>
                  <a:spcPts val="0"/>
                </a:spcAft>
                <a:defRPr sz="1000"/>
              </a:pPr>
              <a:r>
                <a:rPr lang="en-US" sz="1200" kern="0" dirty="0">
                  <a:solidFill>
                    <a:srgbClr val="000000"/>
                  </a:solidFill>
                  <a:latin typeface="arial"/>
                  <a:ea typeface="+mn-ea"/>
                  <a:cs typeface="arial"/>
                </a:rPr>
                <a:t>Advisory Board evaluates the application. If approved, mentor is assigned and incubation begins.</a:t>
              </a:r>
              <a:endParaRPr lang="en-IN" sz="1200" kern="0" dirty="0">
                <a:solidFill>
                  <a:srgbClr val="000000"/>
                </a:solidFill>
                <a:latin typeface="arial"/>
                <a:ea typeface="+mn-ea"/>
                <a:cs typeface="arial"/>
              </a:endParaRPr>
            </a:p>
          </p:txBody>
        </p:sp>
      </p:grpSp>
      <p:cxnSp>
        <p:nvCxnSpPr>
          <p:cNvPr id="88" name="Straight Arrow Connector 87"/>
          <p:cNvCxnSpPr/>
          <p:nvPr/>
        </p:nvCxnSpPr>
        <p:spPr>
          <a:xfrm rot="16200000" flipV="1">
            <a:off x="5529664" y="2490388"/>
            <a:ext cx="252390" cy="2365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8104294" y="4601578"/>
            <a:ext cx="499730" cy="499730"/>
          </a:xfrm>
          <a:prstGeom prst="ellipse">
            <a:avLst/>
          </a:prstGeom>
          <a:effectLst>
            <a:outerShdw blurRad="40000" dist="23000" dir="5400000" rotWithShape="0">
              <a:srgbClr val="000000">
                <a:alpha val="35000"/>
              </a:srgbClr>
            </a:outerShdw>
            <a:reflection blurRad="6350" stA="50000" endA="300" endPos="90000" dir="5400000" sy="-100000" algn="bl" rotWithShape="0"/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rPr lang="en-US" sz="900" b="1" dirty="0">
                <a:solidFill>
                  <a:srgbClr val="000000"/>
                </a:solidFill>
                <a:latin typeface="arial"/>
                <a:cs typeface="arial"/>
              </a:rPr>
              <a:t>3</a:t>
            </a:r>
            <a:endParaRPr lang="en-IN" sz="900" b="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grpSp>
        <p:nvGrpSpPr>
          <p:cNvPr id="97" name="Group 60"/>
          <p:cNvGrpSpPr/>
          <p:nvPr/>
        </p:nvGrpSpPr>
        <p:grpSpPr>
          <a:xfrm>
            <a:off x="537716" y="3641959"/>
            <a:ext cx="4140301" cy="549042"/>
            <a:chOff x="961748" y="2500313"/>
            <a:chExt cx="5520938" cy="532476"/>
          </a:xfrm>
        </p:grpSpPr>
        <p:sp>
          <p:nvSpPr>
            <p:cNvPr id="98" name="Rektangel 30"/>
            <p:cNvSpPr>
              <a:spLocks noChangeArrowheads="1"/>
            </p:cNvSpPr>
            <p:nvPr/>
          </p:nvSpPr>
          <p:spPr bwMode="auto">
            <a:xfrm>
              <a:off x="1441657" y="2500313"/>
              <a:ext cx="4997401" cy="532476"/>
            </a:xfrm>
            <a:prstGeom prst="rect">
              <a:avLst/>
            </a:prstGeom>
            <a:gradFill rotWithShape="1">
              <a:gsLst>
                <a:gs pos="0">
                  <a:schemeClr val="bg2"/>
                </a:gs>
                <a:gs pos="100000">
                  <a:schemeClr val="tx1"/>
                </a:gs>
              </a:gsLst>
              <a:lin ang="16200000"/>
            </a:gradFill>
            <a:ln w="9525">
              <a:noFill/>
              <a:miter lim="800000"/>
              <a:headEnd/>
              <a:tailEnd/>
            </a:ln>
            <a:effectLst>
              <a:outerShdw blurRad="635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da-DK" sz="1200" dirty="0">
                <a:solidFill>
                  <a:srgbClr val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  <p:sp>
          <p:nvSpPr>
            <p:cNvPr id="99" name="Tekstboks 44"/>
            <p:cNvSpPr txBox="1">
              <a:spLocks noChangeArrowheads="1"/>
            </p:cNvSpPr>
            <p:nvPr/>
          </p:nvSpPr>
          <p:spPr bwMode="auto">
            <a:xfrm>
              <a:off x="1485286" y="2540000"/>
              <a:ext cx="4997400" cy="4477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 dirty="0">
                  <a:solidFill>
                    <a:srgbClr val="171717"/>
                  </a:solidFill>
                </a:rPr>
                <a:t>Startup Stage: Concept → Prototype → Production</a:t>
              </a:r>
              <a:endParaRPr lang="en-IN" sz="1200" dirty="0">
                <a:solidFill>
                  <a:srgbClr val="171717"/>
                </a:solidFill>
              </a:endParaRPr>
            </a:p>
          </p:txBody>
        </p:sp>
        <p:grpSp>
          <p:nvGrpSpPr>
            <p:cNvPr id="101" name="Gruppe 85"/>
            <p:cNvGrpSpPr>
              <a:grpSpLocks/>
            </p:cNvGrpSpPr>
            <p:nvPr/>
          </p:nvGrpSpPr>
          <p:grpSpPr bwMode="auto">
            <a:xfrm>
              <a:off x="961748" y="2511425"/>
              <a:ext cx="430332" cy="508112"/>
              <a:chOff x="876300" y="2511425"/>
              <a:chExt cx="344488" cy="508112"/>
            </a:xfrm>
          </p:grpSpPr>
          <p:sp>
            <p:nvSpPr>
              <p:cNvPr id="102" name="Rektangel 7"/>
              <p:cNvSpPr>
                <a:spLocks noChangeArrowheads="1"/>
              </p:cNvSpPr>
              <p:nvPr/>
            </p:nvSpPr>
            <p:spPr bwMode="auto">
              <a:xfrm>
                <a:off x="876300" y="2511425"/>
                <a:ext cx="344488" cy="508112"/>
              </a:xfrm>
              <a:prstGeom prst="rect">
                <a:avLst/>
              </a:prstGeom>
              <a:gradFill rotWithShape="1">
                <a:gsLst>
                  <a:gs pos="0">
                    <a:srgbClr val="002060"/>
                  </a:gs>
                  <a:gs pos="100000">
                    <a:srgbClr val="1F88C8"/>
                  </a:gs>
                </a:gsLst>
                <a:lin ang="16200000"/>
              </a:gradFill>
              <a:ln w="9525">
                <a:solidFill>
                  <a:schemeClr val="accent3">
                    <a:lumMod val="50000"/>
                  </a:schemeClr>
                </a:solidFill>
                <a:miter lim="800000"/>
                <a:headEnd/>
                <a:tailEnd/>
              </a:ln>
              <a:effectLst>
                <a:outerShdw blurRad="63500" dist="23000" dir="5400000" rotWithShape="0">
                  <a:srgbClr val="00000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indent="-342900" algn="ctr" defTabSz="914400" fontAlgn="auto"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defRPr/>
                </a:pPr>
                <a:endParaRPr lang="da-DK" sz="1400" b="1" kern="0" noProof="1">
                  <a:solidFill>
                    <a:sysClr val="window" lastClr="FFFFFF"/>
                  </a:solidFill>
                  <a:latin typeface="Arial" pitchFamily="34" charset="0"/>
                  <a:ea typeface="ＭＳ Ｐゴシック" pitchFamily="-97" charset="-128"/>
                </a:endParaRPr>
              </a:p>
            </p:txBody>
          </p:sp>
          <p:sp>
            <p:nvSpPr>
              <p:cNvPr id="104" name="Tekstboks 84"/>
              <p:cNvSpPr txBox="1">
                <a:spLocks noChangeArrowheads="1"/>
              </p:cNvSpPr>
              <p:nvPr/>
            </p:nvSpPr>
            <p:spPr bwMode="auto">
              <a:xfrm>
                <a:off x="890588" y="2547938"/>
                <a:ext cx="322262" cy="4130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blurRad="63500" dist="23000" dir="5400000" rotWithShape="0">
                  <a:srgbClr val="00000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indent="-342900" algn="ctr">
                  <a:defRPr/>
                </a:pPr>
                <a:r>
                  <a:rPr lang="da-DK" sz="1200" noProof="1">
                    <a:solidFill>
                      <a:srgbClr val="FFFFFF"/>
                    </a:solidFill>
                    <a:latin typeface="Arial" pitchFamily="34" charset="0"/>
                    <a:ea typeface="ＭＳ Ｐゴシック" pitchFamily="-97" charset="-128"/>
                  </a:rPr>
                  <a:t>1</a:t>
                </a:r>
              </a:p>
            </p:txBody>
          </p:sp>
        </p:grpSp>
      </p:grpSp>
      <p:cxnSp>
        <p:nvCxnSpPr>
          <p:cNvPr id="117" name="Straight Arrow Connector 116"/>
          <p:cNvCxnSpPr/>
          <p:nvPr/>
        </p:nvCxnSpPr>
        <p:spPr>
          <a:xfrm rot="16200000" flipV="1">
            <a:off x="8219857" y="4478216"/>
            <a:ext cx="252390" cy="2365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129" name="Grupper 67"/>
          <p:cNvGrpSpPr>
            <a:grpSpLocks/>
          </p:cNvGrpSpPr>
          <p:nvPr/>
        </p:nvGrpSpPr>
        <p:grpSpPr bwMode="auto">
          <a:xfrm>
            <a:off x="5349875" y="4181475"/>
            <a:ext cx="758825" cy="346075"/>
            <a:chOff x="876300" y="2508250"/>
            <a:chExt cx="344488" cy="346075"/>
          </a:xfrm>
        </p:grpSpPr>
        <p:sp>
          <p:nvSpPr>
            <p:cNvPr id="130" name="Rektangel 11"/>
            <p:cNvSpPr>
              <a:spLocks noChangeArrowheads="1"/>
            </p:cNvSpPr>
            <p:nvPr/>
          </p:nvSpPr>
          <p:spPr bwMode="auto">
            <a:xfrm>
              <a:off x="876300" y="2508250"/>
              <a:ext cx="344488" cy="346075"/>
            </a:xfrm>
            <a:prstGeom prst="rect">
              <a:avLst/>
            </a:prstGeom>
            <a:gradFill rotWithShape="1">
              <a:gsLst>
                <a:gs pos="0">
                  <a:schemeClr val="tx1"/>
                </a:gs>
                <a:gs pos="100000">
                  <a:schemeClr val="bg2"/>
                </a:gs>
              </a:gsLst>
              <a:lin ang="16200000"/>
            </a:gradFill>
            <a:ln w="9525">
              <a:solidFill>
                <a:schemeClr val="bg2">
                  <a:lumMod val="90000"/>
                </a:schemeClr>
              </a:solidFill>
              <a:miter lim="800000"/>
              <a:headEnd/>
              <a:tailEnd/>
            </a:ln>
            <a:effectLst>
              <a:outerShdw blurRad="635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da-DK" sz="1200" dirty="0">
                <a:solidFill>
                  <a:srgbClr val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  <p:sp>
          <p:nvSpPr>
            <p:cNvPr id="132" name="Tekstboks 12"/>
            <p:cNvSpPr txBox="1">
              <a:spLocks noChangeArrowheads="1"/>
            </p:cNvSpPr>
            <p:nvPr/>
          </p:nvSpPr>
          <p:spPr bwMode="auto">
            <a:xfrm>
              <a:off x="890588" y="2544764"/>
              <a:ext cx="32226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63500" algn="tl" rotWithShape="0">
                <a:srgbClr val="000000">
                  <a:alpha val="74998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da-DK" sz="1200" dirty="0">
                  <a:solidFill>
                    <a:srgbClr val="171717"/>
                  </a:solidFill>
                  <a:latin typeface="Arial" pitchFamily="34" charset="0"/>
                  <a:ea typeface="ＭＳ Ｐゴシック" pitchFamily="-97" charset="-128"/>
                </a:rPr>
                <a:t>Yes</a:t>
              </a:r>
            </a:p>
          </p:txBody>
        </p:sp>
      </p:grpSp>
      <p:grpSp>
        <p:nvGrpSpPr>
          <p:cNvPr id="133" name="Grupper 67"/>
          <p:cNvGrpSpPr>
            <a:grpSpLocks/>
          </p:cNvGrpSpPr>
          <p:nvPr/>
        </p:nvGrpSpPr>
        <p:grpSpPr bwMode="auto">
          <a:xfrm>
            <a:off x="1695450" y="4378325"/>
            <a:ext cx="758825" cy="346075"/>
            <a:chOff x="876300" y="2508250"/>
            <a:chExt cx="344488" cy="346075"/>
          </a:xfrm>
        </p:grpSpPr>
        <p:sp>
          <p:nvSpPr>
            <p:cNvPr id="134" name="Rektangel 11"/>
            <p:cNvSpPr>
              <a:spLocks noChangeArrowheads="1"/>
            </p:cNvSpPr>
            <p:nvPr/>
          </p:nvSpPr>
          <p:spPr bwMode="auto">
            <a:xfrm>
              <a:off x="876300" y="2508250"/>
              <a:ext cx="344488" cy="346075"/>
            </a:xfrm>
            <a:prstGeom prst="rect">
              <a:avLst/>
            </a:prstGeom>
            <a:gradFill rotWithShape="1">
              <a:gsLst>
                <a:gs pos="0">
                  <a:schemeClr val="tx1"/>
                </a:gs>
                <a:gs pos="100000">
                  <a:schemeClr val="bg2"/>
                </a:gs>
              </a:gsLst>
              <a:lin ang="16200000"/>
            </a:gradFill>
            <a:ln w="9525">
              <a:solidFill>
                <a:schemeClr val="bg2">
                  <a:lumMod val="90000"/>
                </a:schemeClr>
              </a:solidFill>
              <a:miter lim="800000"/>
              <a:headEnd/>
              <a:tailEnd/>
            </a:ln>
            <a:effectLst>
              <a:outerShdw blurRad="635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da-DK" sz="1200" dirty="0">
                <a:solidFill>
                  <a:srgbClr val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  <p:sp>
          <p:nvSpPr>
            <p:cNvPr id="135" name="Tekstboks 12"/>
            <p:cNvSpPr txBox="1">
              <a:spLocks noChangeArrowheads="1"/>
            </p:cNvSpPr>
            <p:nvPr/>
          </p:nvSpPr>
          <p:spPr bwMode="auto">
            <a:xfrm>
              <a:off x="890588" y="2544764"/>
              <a:ext cx="32226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63500" algn="tl" rotWithShape="0">
                <a:srgbClr val="000000">
                  <a:alpha val="74998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da-DK" sz="1200" dirty="0">
                  <a:solidFill>
                    <a:srgbClr val="171717"/>
                  </a:solidFill>
                  <a:latin typeface="Arial" pitchFamily="34" charset="0"/>
                  <a:ea typeface="ＭＳ Ｐゴシック" pitchFamily="-97" charset="-128"/>
                </a:rPr>
                <a:t>No</a:t>
              </a:r>
            </a:p>
          </p:txBody>
        </p:sp>
      </p:grpSp>
      <p:grpSp>
        <p:nvGrpSpPr>
          <p:cNvPr id="136" name="Group 60"/>
          <p:cNvGrpSpPr/>
          <p:nvPr/>
        </p:nvGrpSpPr>
        <p:grpSpPr>
          <a:xfrm>
            <a:off x="537716" y="5000859"/>
            <a:ext cx="4140301" cy="383941"/>
            <a:chOff x="961748" y="2500313"/>
            <a:chExt cx="5520938" cy="532476"/>
          </a:xfrm>
        </p:grpSpPr>
        <p:sp>
          <p:nvSpPr>
            <p:cNvPr id="137" name="Rektangel 30"/>
            <p:cNvSpPr>
              <a:spLocks noChangeArrowheads="1"/>
            </p:cNvSpPr>
            <p:nvPr/>
          </p:nvSpPr>
          <p:spPr bwMode="auto">
            <a:xfrm>
              <a:off x="1441657" y="2500313"/>
              <a:ext cx="4997401" cy="532476"/>
            </a:xfrm>
            <a:prstGeom prst="rect">
              <a:avLst/>
            </a:prstGeom>
            <a:gradFill rotWithShape="1">
              <a:gsLst>
                <a:gs pos="0">
                  <a:schemeClr val="bg2"/>
                </a:gs>
                <a:gs pos="100000">
                  <a:schemeClr val="tx1"/>
                </a:gs>
              </a:gsLst>
              <a:lin ang="16200000"/>
            </a:gradFill>
            <a:ln w="9525">
              <a:noFill/>
              <a:miter lim="800000"/>
              <a:headEnd/>
              <a:tailEnd/>
            </a:ln>
            <a:effectLst>
              <a:outerShdw blurRad="635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da-DK" sz="1200" dirty="0">
                <a:solidFill>
                  <a:srgbClr val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  <p:sp>
          <p:nvSpPr>
            <p:cNvPr id="139" name="Tekstboks 44"/>
            <p:cNvSpPr txBox="1">
              <a:spLocks noChangeArrowheads="1"/>
            </p:cNvSpPr>
            <p:nvPr/>
          </p:nvSpPr>
          <p:spPr bwMode="auto">
            <a:xfrm>
              <a:off x="1485286" y="2540000"/>
              <a:ext cx="4997400" cy="2686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171717"/>
                  </a:solidFill>
                </a:rPr>
                <a:t>Assign Mentor &amp; Begin Incubation</a:t>
              </a:r>
              <a:endParaRPr lang="en-IN" sz="1200" dirty="0">
                <a:solidFill>
                  <a:srgbClr val="171717"/>
                </a:solidFill>
              </a:endParaRPr>
            </a:p>
          </p:txBody>
        </p:sp>
        <p:grpSp>
          <p:nvGrpSpPr>
            <p:cNvPr id="140" name="Gruppe 85"/>
            <p:cNvGrpSpPr>
              <a:grpSpLocks/>
            </p:cNvGrpSpPr>
            <p:nvPr/>
          </p:nvGrpSpPr>
          <p:grpSpPr bwMode="auto">
            <a:xfrm>
              <a:off x="961748" y="2511425"/>
              <a:ext cx="430332" cy="508112"/>
              <a:chOff x="876300" y="2511425"/>
              <a:chExt cx="344488" cy="508112"/>
            </a:xfrm>
          </p:grpSpPr>
          <p:sp>
            <p:nvSpPr>
              <p:cNvPr id="141" name="Rektangel 7"/>
              <p:cNvSpPr>
                <a:spLocks noChangeArrowheads="1"/>
              </p:cNvSpPr>
              <p:nvPr/>
            </p:nvSpPr>
            <p:spPr bwMode="auto">
              <a:xfrm>
                <a:off x="876300" y="2511425"/>
                <a:ext cx="344488" cy="508112"/>
              </a:xfrm>
              <a:prstGeom prst="rect">
                <a:avLst/>
              </a:prstGeom>
              <a:gradFill rotWithShape="1">
                <a:gsLst>
                  <a:gs pos="0">
                    <a:srgbClr val="002060"/>
                  </a:gs>
                  <a:gs pos="100000">
                    <a:srgbClr val="1F88C8"/>
                  </a:gs>
                </a:gsLst>
                <a:lin ang="16200000"/>
              </a:gradFill>
              <a:ln w="9525">
                <a:solidFill>
                  <a:schemeClr val="accent3">
                    <a:lumMod val="50000"/>
                  </a:schemeClr>
                </a:solidFill>
                <a:miter lim="800000"/>
                <a:headEnd/>
                <a:tailEnd/>
              </a:ln>
              <a:effectLst>
                <a:outerShdw blurRad="63500" dist="23000" dir="5400000" rotWithShape="0">
                  <a:srgbClr val="00000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indent="-342900" algn="ctr" defTabSz="914400" fontAlgn="auto"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defRPr/>
                </a:pPr>
                <a:endParaRPr lang="da-DK" sz="1400" b="1" kern="0" noProof="1">
                  <a:solidFill>
                    <a:sysClr val="window" lastClr="FFFFFF"/>
                  </a:solidFill>
                  <a:latin typeface="Arial" pitchFamily="34" charset="0"/>
                  <a:ea typeface="ＭＳ Ｐゴシック" pitchFamily="-97" charset="-128"/>
                </a:endParaRPr>
              </a:p>
            </p:txBody>
          </p:sp>
          <p:sp>
            <p:nvSpPr>
              <p:cNvPr id="142" name="Tekstboks 84"/>
              <p:cNvSpPr txBox="1">
                <a:spLocks noChangeArrowheads="1"/>
              </p:cNvSpPr>
              <p:nvPr/>
            </p:nvSpPr>
            <p:spPr bwMode="auto">
              <a:xfrm>
                <a:off x="890588" y="2547938"/>
                <a:ext cx="322262" cy="4130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blurRad="63500" dist="23000" dir="5400000" rotWithShape="0">
                  <a:srgbClr val="00000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indent="-342900" algn="ctr">
                  <a:defRPr/>
                </a:pPr>
                <a:r>
                  <a:rPr lang="da-DK" sz="1200" noProof="1">
                    <a:solidFill>
                      <a:srgbClr val="FFFFFF"/>
                    </a:solidFill>
                    <a:latin typeface="Arial" pitchFamily="34" charset="0"/>
                    <a:ea typeface="ＭＳ Ｐゴシック" pitchFamily="-97" charset="-128"/>
                  </a:rPr>
                  <a:t>2</a:t>
                </a:r>
              </a:p>
            </p:txBody>
          </p:sp>
        </p:grpSp>
      </p:grpSp>
      <p:sp>
        <p:nvSpPr>
          <p:cNvPr id="143" name="Flowchart: Process 142"/>
          <p:cNvSpPr/>
          <p:nvPr/>
        </p:nvSpPr>
        <p:spPr>
          <a:xfrm>
            <a:off x="5217781" y="4877884"/>
            <a:ext cx="1652919" cy="405316"/>
          </a:xfrm>
          <a:prstGeom prst="flowChartProcess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914400" fontAlgn="auto">
              <a:spcBef>
                <a:spcPts val="0"/>
              </a:spcBef>
              <a:spcAft>
                <a:spcPts val="0"/>
              </a:spcAft>
              <a:defRPr sz="1000"/>
            </a:pPr>
            <a:r>
              <a:rPr lang="en-IN" sz="1200" kern="0" dirty="0">
                <a:solidFill>
                  <a:srgbClr val="000000"/>
                </a:solidFill>
                <a:latin typeface="arial"/>
                <a:cs typeface="arial"/>
              </a:rPr>
              <a:t>Startup Benefits: Infrastructure, Funding, Mentoring</a:t>
            </a:r>
          </a:p>
        </p:txBody>
      </p:sp>
      <p:sp>
        <p:nvSpPr>
          <p:cNvPr id="144" name="Oval 143"/>
          <p:cNvSpPr/>
          <p:nvPr/>
        </p:nvSpPr>
        <p:spPr>
          <a:xfrm>
            <a:off x="1068494" y="5681078"/>
            <a:ext cx="499730" cy="499730"/>
          </a:xfrm>
          <a:prstGeom prst="ellipse">
            <a:avLst/>
          </a:prstGeom>
          <a:effectLst>
            <a:outerShdw blurRad="40000" dist="23000" dir="5400000" rotWithShape="0">
              <a:srgbClr val="000000">
                <a:alpha val="35000"/>
              </a:srgbClr>
            </a:outerShdw>
            <a:reflection blurRad="6350" stA="50000" endA="300" endPos="90000" dir="5400000" sy="-100000" algn="bl" rotWithShape="0"/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rPr lang="en-US" sz="900" b="1" dirty="0">
                <a:solidFill>
                  <a:srgbClr val="000000"/>
                </a:solidFill>
                <a:latin typeface="arial"/>
                <a:cs typeface="arial"/>
              </a:rPr>
              <a:t>2</a:t>
            </a:r>
            <a:endParaRPr lang="en-IN" sz="900" b="1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cxnSp>
        <p:nvCxnSpPr>
          <p:cNvPr id="145" name="Straight Arrow Connector 144"/>
          <p:cNvCxnSpPr/>
          <p:nvPr/>
        </p:nvCxnSpPr>
        <p:spPr>
          <a:xfrm rot="16200000" flipV="1">
            <a:off x="1184057" y="5557716"/>
            <a:ext cx="252390" cy="2365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152" name="Grupper 67"/>
          <p:cNvGrpSpPr>
            <a:grpSpLocks/>
          </p:cNvGrpSpPr>
          <p:nvPr/>
        </p:nvGrpSpPr>
        <p:grpSpPr bwMode="auto">
          <a:xfrm>
            <a:off x="5293415" y="5927706"/>
            <a:ext cx="1424885" cy="688994"/>
            <a:chOff x="876300" y="2508250"/>
            <a:chExt cx="344488" cy="752494"/>
          </a:xfrm>
        </p:grpSpPr>
        <p:sp>
          <p:nvSpPr>
            <p:cNvPr id="153" name="Rektangel 11"/>
            <p:cNvSpPr>
              <a:spLocks noChangeArrowheads="1"/>
            </p:cNvSpPr>
            <p:nvPr/>
          </p:nvSpPr>
          <p:spPr bwMode="auto">
            <a:xfrm>
              <a:off x="876300" y="2508250"/>
              <a:ext cx="344488" cy="752494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da-DK" sz="1200" dirty="0">
                <a:solidFill>
                  <a:srgbClr val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  <p:sp>
          <p:nvSpPr>
            <p:cNvPr id="154" name="Tekstboks 12"/>
            <p:cNvSpPr txBox="1">
              <a:spLocks noChangeArrowheads="1"/>
            </p:cNvSpPr>
            <p:nvPr/>
          </p:nvSpPr>
          <p:spPr bwMode="auto">
            <a:xfrm>
              <a:off x="890588" y="2544764"/>
              <a:ext cx="322262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63500" algn="tl" rotWithShape="0">
                <a:srgbClr val="000000">
                  <a:alpha val="74998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da-DK" sz="1200" dirty="0">
                  <a:solidFill>
                    <a:srgbClr val="171717"/>
                  </a:solidFill>
                  <a:latin typeface="Arial" pitchFamily="34" charset="0"/>
                  <a:ea typeface="ＭＳ Ｐゴシック" pitchFamily="-97" charset="-128"/>
                </a:rPr>
                <a:t>Incubation Begins</a:t>
              </a:r>
            </a:p>
          </p:txBody>
        </p:sp>
      </p:grpSp>
      <p:sp>
        <p:nvSpPr>
          <p:cNvPr id="155" name="Oval 154"/>
          <p:cNvSpPr/>
          <p:nvPr/>
        </p:nvSpPr>
        <p:spPr>
          <a:xfrm>
            <a:off x="5792894" y="5465178"/>
            <a:ext cx="499730" cy="499730"/>
          </a:xfrm>
          <a:prstGeom prst="ellipse">
            <a:avLst/>
          </a:prstGeom>
          <a:effectLst>
            <a:outerShdw blurRad="40000" dist="23000" dir="5400000" rotWithShape="0">
              <a:srgbClr val="000000">
                <a:alpha val="35000"/>
              </a:srgbClr>
            </a:outerShdw>
            <a:reflection blurRad="6350" stA="50000" endA="300" endPos="90000" dir="5400000" sy="-100000" algn="bl" rotWithShape="0"/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rPr lang="en-US" sz="900" b="1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lang="en-IN" sz="900" b="1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roup 53"/>
          <p:cNvGrpSpPr/>
          <p:nvPr/>
        </p:nvGrpSpPr>
        <p:grpSpPr>
          <a:xfrm>
            <a:off x="0" y="264409"/>
            <a:ext cx="9144000" cy="1172505"/>
            <a:chOff x="0" y="264409"/>
            <a:chExt cx="9144000" cy="1172505"/>
          </a:xfrm>
        </p:grpSpPr>
        <p:grpSp>
          <p:nvGrpSpPr>
            <p:cNvPr id="124" name="Group 57"/>
            <p:cNvGrpSpPr/>
            <p:nvPr/>
          </p:nvGrpSpPr>
          <p:grpSpPr>
            <a:xfrm>
              <a:off x="0" y="694824"/>
              <a:ext cx="9144000" cy="742090"/>
              <a:chOff x="0" y="694824"/>
              <a:chExt cx="9144000" cy="742090"/>
            </a:xfrm>
            <a:effectLst>
              <a:reflection blurRad="6350" stA="50000" endA="300" endPos="55000" dir="5400000" sy="-100000" algn="bl" rotWithShape="0"/>
            </a:effectLst>
          </p:grpSpPr>
          <p:sp>
            <p:nvSpPr>
              <p:cNvPr id="126" name="Rektangel 2"/>
              <p:cNvSpPr>
                <a:spLocks noChangeArrowheads="1"/>
              </p:cNvSpPr>
              <p:nvPr/>
            </p:nvSpPr>
            <p:spPr bwMode="auto">
              <a:xfrm>
                <a:off x="0" y="694824"/>
                <a:ext cx="9144000" cy="742090"/>
              </a:xfrm>
              <a:prstGeom prst="rect">
                <a:avLst/>
              </a:prstGeom>
              <a:gradFill flip="none" rotWithShape="1">
                <a:gsLst>
                  <a:gs pos="21000">
                    <a:srgbClr val="7DC8DF"/>
                  </a:gs>
                  <a:gs pos="100000">
                    <a:srgbClr val="6699FF"/>
                  </a:gs>
                </a:gsLst>
                <a:lin ang="5400000" scaled="1"/>
                <a:tileRect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indent="-342900" algn="ctr" fontAlgn="auto"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defRPr/>
                </a:pPr>
                <a:endParaRPr lang="da-DK" sz="1600" b="1" kern="0" noProof="1">
                  <a:solidFill>
                    <a:srgbClr val="FFFFFF"/>
                  </a:solidFill>
                  <a:latin typeface="Arial" pitchFamily="34" charset="0"/>
                  <a:ea typeface="ＭＳ Ｐゴシック" pitchFamily="-97" charset="-128"/>
                </a:endParaRPr>
              </a:p>
            </p:txBody>
          </p:sp>
          <p:sp>
            <p:nvSpPr>
              <p:cNvPr id="127" name="Rectangle 5"/>
              <p:cNvSpPr txBox="1">
                <a:spLocks noChangeArrowheads="1"/>
              </p:cNvSpPr>
              <p:nvPr/>
            </p:nvSpPr>
            <p:spPr bwMode="gray">
              <a:xfrm>
                <a:off x="862836" y="802976"/>
                <a:ext cx="6001101" cy="6000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rIns="0" anchor="ctr"/>
              <a:lstStyle/>
              <a:p>
                <a:pPr defTabSz="914400" eaLnBrk="0" hangingPunct="0">
                  <a:lnSpc>
                    <a:spcPct val="95000"/>
                  </a:lnSpc>
                </a:pPr>
                <a:endParaRPr lang="en-US" sz="3600" b="1" dirty="0">
                  <a:solidFill>
                    <a:schemeClr val="bg1"/>
                  </a:solidFill>
                  <a:latin typeface="Trebuchet MS" pitchFamily="34" charset="0"/>
                </a:endParaRPr>
              </a:p>
            </p:txBody>
          </p:sp>
        </p:grpSp>
        <p:sp>
          <p:nvSpPr>
            <p:cNvPr id="125" name="Rektangel 31"/>
            <p:cNvSpPr>
              <a:spLocks noChangeArrowheads="1"/>
            </p:cNvSpPr>
            <p:nvPr/>
          </p:nvSpPr>
          <p:spPr bwMode="auto">
            <a:xfrm>
              <a:off x="7106014" y="264409"/>
              <a:ext cx="1931111" cy="1148770"/>
            </a:xfrm>
            <a:prstGeom prst="rect">
              <a:avLst/>
            </a:prstGeom>
            <a:gradFill>
              <a:gsLst>
                <a:gs pos="45000">
                  <a:schemeClr val="tx2"/>
                </a:gs>
                <a:gs pos="98000">
                  <a:srgbClr val="D1C39F">
                    <a:alpha val="21000"/>
                  </a:srgbClr>
                </a:gs>
              </a:gsLst>
              <a:lin ang="5400000" scaled="0"/>
            </a:gradFill>
            <a:ln>
              <a:noFill/>
              <a:headEnd/>
              <a:tailE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da-DK" sz="3600" b="1" dirty="0">
                  <a:ln w="12700">
                    <a:solidFill>
                      <a:schemeClr val="tx2">
                        <a:satMod val="155000"/>
                      </a:schemeClr>
                    </a:solidFill>
                    <a:prstDash val="solid"/>
                  </a:ln>
                  <a:solidFill>
                    <a:schemeClr val="accent4">
                      <a:lumMod val="7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Trebuchet MS" pitchFamily="34" charset="0"/>
                  <a:ea typeface="ＭＳ Ｐゴシック" pitchFamily="-97" charset="-128"/>
                </a:rPr>
                <a:t>IMS</a:t>
              </a:r>
              <a:endParaRPr lang="da-DK" sz="3600" dirty="0">
                <a:solidFill>
                  <a:schemeClr val="accent4">
                    <a:lumMod val="75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  <a:latin typeface="Trebuchet MS" pitchFamily="34" charset="0"/>
                <a:ea typeface="ＭＳ Ｐゴシック" pitchFamily="-97" charset="-128"/>
              </a:endParaRPr>
            </a:p>
          </p:txBody>
        </p:sp>
      </p:grpSp>
      <p:cxnSp>
        <p:nvCxnSpPr>
          <p:cNvPr id="116" name="Elbow Connector 115"/>
          <p:cNvCxnSpPr/>
          <p:nvPr/>
        </p:nvCxnSpPr>
        <p:spPr>
          <a:xfrm rot="5400000">
            <a:off x="3810000" y="3898900"/>
            <a:ext cx="1320800" cy="1588"/>
          </a:xfrm>
          <a:prstGeom prst="bentConnector3">
            <a:avLst>
              <a:gd name="adj1" fmla="val 50000"/>
            </a:avLst>
          </a:prstGeom>
          <a:ln>
            <a:headEnd type="non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150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SimSun" pitchFamily="2" charset="-122"/>
                <a:cs typeface="Arial" pitchFamily="34" charset="0"/>
              </a:rPr>
              <a:t>Description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SimSun" pitchFamily="2" charset="-122"/>
                <a:cs typeface="Arial" pitchFamily="34" charset="0"/>
              </a:rPr>
              <a:t>Description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8" name="Group 77"/>
          <p:cNvGrpSpPr/>
          <p:nvPr/>
        </p:nvGrpSpPr>
        <p:grpSpPr>
          <a:xfrm>
            <a:off x="3817295" y="5207000"/>
            <a:ext cx="1319026" cy="1219200"/>
            <a:chOff x="3928835" y="4118113"/>
            <a:chExt cx="1319026" cy="1219200"/>
          </a:xfrm>
        </p:grpSpPr>
        <p:pic>
          <p:nvPicPr>
            <p:cNvPr id="2051" name="Picture 3" descr="F:\Golden_Library\04_Icon\128\1342414942_mycomputer.png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028661" y="4118113"/>
              <a:ext cx="1219200" cy="1219200"/>
            </a:xfrm>
            <a:prstGeom prst="rect">
              <a:avLst/>
            </a:prstGeom>
            <a:noFill/>
          </p:spPr>
        </p:pic>
        <p:sp>
          <p:nvSpPr>
            <p:cNvPr id="76" name="Tekstboks 12"/>
            <p:cNvSpPr txBox="1">
              <a:spLocks noChangeArrowheads="1"/>
            </p:cNvSpPr>
            <p:nvPr/>
          </p:nvSpPr>
          <p:spPr bwMode="auto">
            <a:xfrm>
              <a:off x="3928835" y="4363762"/>
              <a:ext cx="1151515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63500" algn="tl" rotWithShape="0">
                <a:srgbClr val="000000">
                  <a:alpha val="74998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da-DK" sz="12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Arial" pitchFamily="34" charset="0"/>
                  <a:ea typeface="ＭＳ Ｐゴシック" pitchFamily="-97" charset="-128"/>
                </a:rPr>
                <a:t>IMS</a:t>
              </a:r>
              <a:endParaRPr lang="da-DK" sz="1200" dirty="0">
                <a:solidFill>
                  <a:srgbClr val="171717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</p:grpSp>
      <p:cxnSp>
        <p:nvCxnSpPr>
          <p:cNvPr id="88" name="Straight Arrow Connector 87"/>
          <p:cNvCxnSpPr/>
          <p:nvPr/>
        </p:nvCxnSpPr>
        <p:spPr>
          <a:xfrm rot="16200000" flipV="1">
            <a:off x="4335866" y="1575988"/>
            <a:ext cx="252390" cy="2365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10" name="Group 60"/>
          <p:cNvGrpSpPr/>
          <p:nvPr/>
        </p:nvGrpSpPr>
        <p:grpSpPr>
          <a:xfrm>
            <a:off x="1248916" y="1749659"/>
            <a:ext cx="6548883" cy="358541"/>
            <a:chOff x="961748" y="2500313"/>
            <a:chExt cx="8732693" cy="532476"/>
          </a:xfrm>
        </p:grpSpPr>
        <p:sp>
          <p:nvSpPr>
            <p:cNvPr id="98" name="Rektangel 30"/>
            <p:cNvSpPr>
              <a:spLocks noChangeArrowheads="1"/>
            </p:cNvSpPr>
            <p:nvPr/>
          </p:nvSpPr>
          <p:spPr bwMode="auto">
            <a:xfrm>
              <a:off x="1441656" y="2500313"/>
              <a:ext cx="7778606" cy="532476"/>
            </a:xfrm>
            <a:prstGeom prst="rect">
              <a:avLst/>
            </a:prstGeom>
            <a:gradFill rotWithShape="1">
              <a:gsLst>
                <a:gs pos="0">
                  <a:schemeClr val="bg2"/>
                </a:gs>
                <a:gs pos="100000">
                  <a:schemeClr val="tx1"/>
                </a:gs>
              </a:gsLst>
              <a:lin ang="16200000"/>
            </a:gradFill>
            <a:ln w="9525">
              <a:noFill/>
              <a:miter lim="800000"/>
              <a:headEnd/>
              <a:tailEnd/>
            </a:ln>
            <a:effectLst>
              <a:outerShdw blurRad="635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da-DK" sz="1200" dirty="0">
                <a:solidFill>
                  <a:srgbClr val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  <p:sp>
          <p:nvSpPr>
            <p:cNvPr id="99" name="Tekstboks 44"/>
            <p:cNvSpPr txBox="1">
              <a:spLocks noChangeArrowheads="1"/>
            </p:cNvSpPr>
            <p:nvPr/>
          </p:nvSpPr>
          <p:spPr bwMode="auto">
            <a:xfrm>
              <a:off x="1485284" y="2540000"/>
              <a:ext cx="8209157" cy="4113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71717"/>
                  </a:solidFill>
                </a:rPr>
                <a:t>Admin logs in and views all submitted applications, filtered by program type</a:t>
              </a:r>
              <a:endParaRPr lang="en-IN" sz="1200" dirty="0">
                <a:solidFill>
                  <a:srgbClr val="171717"/>
                </a:solidFill>
              </a:endParaRPr>
            </a:p>
          </p:txBody>
        </p:sp>
        <p:grpSp>
          <p:nvGrpSpPr>
            <p:cNvPr id="11" name="Gruppe 85"/>
            <p:cNvGrpSpPr>
              <a:grpSpLocks/>
            </p:cNvGrpSpPr>
            <p:nvPr/>
          </p:nvGrpSpPr>
          <p:grpSpPr bwMode="auto">
            <a:xfrm>
              <a:off x="961748" y="2511425"/>
              <a:ext cx="430332" cy="508112"/>
              <a:chOff x="876300" y="2511425"/>
              <a:chExt cx="344488" cy="508112"/>
            </a:xfrm>
          </p:grpSpPr>
          <p:sp>
            <p:nvSpPr>
              <p:cNvPr id="102" name="Rektangel 7"/>
              <p:cNvSpPr>
                <a:spLocks noChangeArrowheads="1"/>
              </p:cNvSpPr>
              <p:nvPr/>
            </p:nvSpPr>
            <p:spPr bwMode="auto">
              <a:xfrm>
                <a:off x="876300" y="2511425"/>
                <a:ext cx="344488" cy="508112"/>
              </a:xfrm>
              <a:prstGeom prst="rect">
                <a:avLst/>
              </a:prstGeom>
              <a:gradFill rotWithShape="1">
                <a:gsLst>
                  <a:gs pos="0">
                    <a:srgbClr val="002060"/>
                  </a:gs>
                  <a:gs pos="100000">
                    <a:srgbClr val="1F88C8"/>
                  </a:gs>
                </a:gsLst>
                <a:lin ang="16200000"/>
              </a:gradFill>
              <a:ln w="9525">
                <a:solidFill>
                  <a:schemeClr val="accent3">
                    <a:lumMod val="50000"/>
                  </a:schemeClr>
                </a:solidFill>
                <a:miter lim="800000"/>
                <a:headEnd/>
                <a:tailEnd/>
              </a:ln>
              <a:effectLst>
                <a:outerShdw blurRad="63500" dist="23000" dir="5400000" rotWithShape="0">
                  <a:srgbClr val="00000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indent="-342900" algn="ctr" defTabSz="914400" fontAlgn="auto"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defRPr/>
                </a:pPr>
                <a:endParaRPr lang="da-DK" sz="1400" b="1" kern="0" noProof="1">
                  <a:solidFill>
                    <a:sysClr val="window" lastClr="FFFFFF"/>
                  </a:solidFill>
                  <a:latin typeface="Arial" pitchFamily="34" charset="0"/>
                  <a:ea typeface="ＭＳ Ｐゴシック" pitchFamily="-97" charset="-128"/>
                </a:endParaRPr>
              </a:p>
            </p:txBody>
          </p:sp>
          <p:sp>
            <p:nvSpPr>
              <p:cNvPr id="104" name="Tekstboks 84"/>
              <p:cNvSpPr txBox="1">
                <a:spLocks noChangeArrowheads="1"/>
              </p:cNvSpPr>
              <p:nvPr/>
            </p:nvSpPr>
            <p:spPr bwMode="auto">
              <a:xfrm>
                <a:off x="890588" y="2547938"/>
                <a:ext cx="322262" cy="4130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blurRad="63500" dist="23000" dir="5400000" rotWithShape="0">
                  <a:srgbClr val="00000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indent="-342900" algn="ctr">
                  <a:defRPr/>
                </a:pPr>
                <a:r>
                  <a:rPr lang="da-DK" sz="1200" noProof="1">
                    <a:solidFill>
                      <a:srgbClr val="FFFFFF"/>
                    </a:solidFill>
                    <a:latin typeface="Arial" pitchFamily="34" charset="0"/>
                    <a:ea typeface="ＭＳ Ｐゴシック" pitchFamily="-97" charset="-128"/>
                  </a:rPr>
                  <a:t>1</a:t>
                </a:r>
              </a:p>
            </p:txBody>
          </p:sp>
        </p:grpSp>
      </p:grpSp>
      <p:cxnSp>
        <p:nvCxnSpPr>
          <p:cNvPr id="65" name="Straight Arrow Connector 64"/>
          <p:cNvCxnSpPr/>
          <p:nvPr/>
        </p:nvCxnSpPr>
        <p:spPr>
          <a:xfrm rot="16200000" flipV="1">
            <a:off x="4335866" y="2261788"/>
            <a:ext cx="252390" cy="2365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66" name="Group 60"/>
          <p:cNvGrpSpPr/>
          <p:nvPr/>
        </p:nvGrpSpPr>
        <p:grpSpPr>
          <a:xfrm>
            <a:off x="2887216" y="2524359"/>
            <a:ext cx="3145283" cy="714142"/>
            <a:chOff x="961748" y="2500313"/>
            <a:chExt cx="5520938" cy="532476"/>
          </a:xfrm>
        </p:grpSpPr>
        <p:sp>
          <p:nvSpPr>
            <p:cNvPr id="67" name="Rektangel 30"/>
            <p:cNvSpPr>
              <a:spLocks noChangeArrowheads="1"/>
            </p:cNvSpPr>
            <p:nvPr/>
          </p:nvSpPr>
          <p:spPr bwMode="auto">
            <a:xfrm>
              <a:off x="1441657" y="2500313"/>
              <a:ext cx="4997401" cy="532476"/>
            </a:xfrm>
            <a:prstGeom prst="rect">
              <a:avLst/>
            </a:prstGeom>
            <a:gradFill rotWithShape="1">
              <a:gsLst>
                <a:gs pos="0">
                  <a:schemeClr val="bg2"/>
                </a:gs>
                <a:gs pos="100000">
                  <a:schemeClr val="tx1"/>
                </a:gs>
              </a:gsLst>
              <a:lin ang="16200000"/>
            </a:gradFill>
            <a:ln w="9525">
              <a:noFill/>
              <a:miter lim="800000"/>
              <a:headEnd/>
              <a:tailEnd/>
            </a:ln>
            <a:effectLst>
              <a:outerShdw blurRad="635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da-DK" sz="1200" dirty="0">
                <a:solidFill>
                  <a:srgbClr val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  <p:sp>
          <p:nvSpPr>
            <p:cNvPr id="68" name="Tekstboks 44"/>
            <p:cNvSpPr txBox="1">
              <a:spLocks noChangeArrowheads="1"/>
            </p:cNvSpPr>
            <p:nvPr/>
          </p:nvSpPr>
          <p:spPr bwMode="auto">
            <a:xfrm>
              <a:off x="1485286" y="2540000"/>
              <a:ext cx="4997400" cy="4819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 dirty="0">
                  <a:solidFill>
                    <a:srgbClr val="171717"/>
                  </a:solidFill>
                </a:rPr>
                <a:t>Admin opens application detail: reviews applicant info, program details, and supporting documents</a:t>
              </a:r>
              <a:endParaRPr lang="en-IN" sz="1200" dirty="0">
                <a:solidFill>
                  <a:srgbClr val="171717"/>
                </a:solidFill>
              </a:endParaRPr>
            </a:p>
          </p:txBody>
        </p:sp>
        <p:grpSp>
          <p:nvGrpSpPr>
            <p:cNvPr id="69" name="Gruppe 85"/>
            <p:cNvGrpSpPr>
              <a:grpSpLocks/>
            </p:cNvGrpSpPr>
            <p:nvPr/>
          </p:nvGrpSpPr>
          <p:grpSpPr bwMode="auto">
            <a:xfrm>
              <a:off x="961748" y="2511425"/>
              <a:ext cx="430332" cy="508112"/>
              <a:chOff x="876300" y="2511425"/>
              <a:chExt cx="344488" cy="508112"/>
            </a:xfrm>
          </p:grpSpPr>
          <p:sp>
            <p:nvSpPr>
              <p:cNvPr id="70" name="Rektangel 7"/>
              <p:cNvSpPr>
                <a:spLocks noChangeArrowheads="1"/>
              </p:cNvSpPr>
              <p:nvPr/>
            </p:nvSpPr>
            <p:spPr bwMode="auto">
              <a:xfrm>
                <a:off x="876300" y="2511425"/>
                <a:ext cx="344488" cy="508112"/>
              </a:xfrm>
              <a:prstGeom prst="rect">
                <a:avLst/>
              </a:prstGeom>
              <a:gradFill rotWithShape="1">
                <a:gsLst>
                  <a:gs pos="0">
                    <a:srgbClr val="002060"/>
                  </a:gs>
                  <a:gs pos="100000">
                    <a:srgbClr val="1F88C8"/>
                  </a:gs>
                </a:gsLst>
                <a:lin ang="16200000"/>
              </a:gradFill>
              <a:ln w="9525">
                <a:solidFill>
                  <a:schemeClr val="accent3">
                    <a:lumMod val="50000"/>
                  </a:schemeClr>
                </a:solidFill>
                <a:miter lim="800000"/>
                <a:headEnd/>
                <a:tailEnd/>
              </a:ln>
              <a:effectLst>
                <a:outerShdw blurRad="63500" dist="23000" dir="5400000" rotWithShape="0">
                  <a:srgbClr val="00000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indent="-342900" algn="ctr" defTabSz="914400" fontAlgn="auto"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defRPr/>
                </a:pPr>
                <a:endParaRPr lang="da-DK" sz="1400" b="1" kern="0" noProof="1">
                  <a:solidFill>
                    <a:sysClr val="window" lastClr="FFFFFF"/>
                  </a:solidFill>
                  <a:latin typeface="Arial" pitchFamily="34" charset="0"/>
                  <a:ea typeface="ＭＳ Ｐゴシック" pitchFamily="-97" charset="-128"/>
                </a:endParaRPr>
              </a:p>
            </p:txBody>
          </p:sp>
          <p:sp>
            <p:nvSpPr>
              <p:cNvPr id="71" name="Tekstboks 84"/>
              <p:cNvSpPr txBox="1">
                <a:spLocks noChangeArrowheads="1"/>
              </p:cNvSpPr>
              <p:nvPr/>
            </p:nvSpPr>
            <p:spPr bwMode="auto">
              <a:xfrm>
                <a:off x="890588" y="2547938"/>
                <a:ext cx="322262" cy="4130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blurRad="63500" dist="23000" dir="5400000" rotWithShape="0">
                  <a:srgbClr val="00000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indent="-342900" algn="ctr">
                  <a:defRPr/>
                </a:pPr>
                <a:r>
                  <a:rPr lang="da-DK" sz="1200" noProof="1">
                    <a:solidFill>
                      <a:srgbClr val="FFFFFF"/>
                    </a:solidFill>
                    <a:latin typeface="Arial" pitchFamily="34" charset="0"/>
                    <a:ea typeface="ＭＳ Ｐゴシック" pitchFamily="-97" charset="-128"/>
                  </a:rPr>
                  <a:t>2</a:t>
                </a:r>
              </a:p>
            </p:txBody>
          </p:sp>
        </p:grpSp>
      </p:grpSp>
      <p:grpSp>
        <p:nvGrpSpPr>
          <p:cNvPr id="73" name="Group 60"/>
          <p:cNvGrpSpPr/>
          <p:nvPr/>
        </p:nvGrpSpPr>
        <p:grpSpPr>
          <a:xfrm>
            <a:off x="1604516" y="4619859"/>
            <a:ext cx="5748784" cy="422041"/>
            <a:chOff x="961748" y="2500313"/>
            <a:chExt cx="5520938" cy="532476"/>
          </a:xfrm>
        </p:grpSpPr>
        <p:sp>
          <p:nvSpPr>
            <p:cNvPr id="74" name="Rektangel 30"/>
            <p:cNvSpPr>
              <a:spLocks noChangeArrowheads="1"/>
            </p:cNvSpPr>
            <p:nvPr/>
          </p:nvSpPr>
          <p:spPr bwMode="auto">
            <a:xfrm>
              <a:off x="1441657" y="2500313"/>
              <a:ext cx="4997401" cy="532476"/>
            </a:xfrm>
            <a:prstGeom prst="rect">
              <a:avLst/>
            </a:prstGeom>
            <a:gradFill rotWithShape="1">
              <a:gsLst>
                <a:gs pos="0">
                  <a:schemeClr val="bg2"/>
                </a:gs>
                <a:gs pos="100000">
                  <a:schemeClr val="tx1"/>
                </a:gs>
              </a:gsLst>
              <a:lin ang="16200000"/>
            </a:gradFill>
            <a:ln w="9525">
              <a:noFill/>
              <a:miter lim="800000"/>
              <a:headEnd/>
              <a:tailEnd/>
            </a:ln>
            <a:effectLst>
              <a:outerShdw blurRad="635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da-DK" sz="1200" dirty="0">
                <a:solidFill>
                  <a:srgbClr val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  <p:sp>
          <p:nvSpPr>
            <p:cNvPr id="75" name="Tekstboks 44"/>
            <p:cNvSpPr txBox="1">
              <a:spLocks noChangeArrowheads="1"/>
            </p:cNvSpPr>
            <p:nvPr/>
          </p:nvSpPr>
          <p:spPr bwMode="auto">
            <a:xfrm>
              <a:off x="1485286" y="2540000"/>
              <a:ext cx="4997400" cy="4477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 dirty="0">
                  <a:solidFill>
                    <a:srgbClr val="171717"/>
                  </a:solidFill>
                </a:rPr>
                <a:t>Admin makes decision: Accept (→ Advisory Board) or Reject (→ Notify Applicant)</a:t>
              </a:r>
              <a:endParaRPr lang="en-IN" sz="1200" dirty="0">
                <a:solidFill>
                  <a:srgbClr val="171717"/>
                </a:solidFill>
              </a:endParaRPr>
            </a:p>
          </p:txBody>
        </p:sp>
        <p:grpSp>
          <p:nvGrpSpPr>
            <p:cNvPr id="77" name="Gruppe 85"/>
            <p:cNvGrpSpPr>
              <a:grpSpLocks/>
            </p:cNvGrpSpPr>
            <p:nvPr/>
          </p:nvGrpSpPr>
          <p:grpSpPr bwMode="auto">
            <a:xfrm>
              <a:off x="961748" y="2511425"/>
              <a:ext cx="430332" cy="508112"/>
              <a:chOff x="876300" y="2511425"/>
              <a:chExt cx="344488" cy="508112"/>
            </a:xfrm>
          </p:grpSpPr>
          <p:sp>
            <p:nvSpPr>
              <p:cNvPr id="78" name="Rektangel 7"/>
              <p:cNvSpPr>
                <a:spLocks noChangeArrowheads="1"/>
              </p:cNvSpPr>
              <p:nvPr/>
            </p:nvSpPr>
            <p:spPr bwMode="auto">
              <a:xfrm>
                <a:off x="876300" y="2511425"/>
                <a:ext cx="344488" cy="508112"/>
              </a:xfrm>
              <a:prstGeom prst="rect">
                <a:avLst/>
              </a:prstGeom>
              <a:gradFill rotWithShape="1">
                <a:gsLst>
                  <a:gs pos="0">
                    <a:srgbClr val="002060"/>
                  </a:gs>
                  <a:gs pos="100000">
                    <a:srgbClr val="1F88C8"/>
                  </a:gs>
                </a:gsLst>
                <a:lin ang="16200000"/>
              </a:gradFill>
              <a:ln w="9525">
                <a:solidFill>
                  <a:schemeClr val="accent3">
                    <a:lumMod val="50000"/>
                  </a:schemeClr>
                </a:solidFill>
                <a:miter lim="800000"/>
                <a:headEnd/>
                <a:tailEnd/>
              </a:ln>
              <a:effectLst>
                <a:outerShdw blurRad="63500" dist="23000" dir="5400000" rotWithShape="0">
                  <a:srgbClr val="00000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indent="-342900" algn="ctr" defTabSz="914400" fontAlgn="auto"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defRPr/>
                </a:pPr>
                <a:endParaRPr lang="da-DK" sz="1400" b="1" kern="0" noProof="1">
                  <a:solidFill>
                    <a:sysClr val="window" lastClr="FFFFFF"/>
                  </a:solidFill>
                  <a:latin typeface="Arial" pitchFamily="34" charset="0"/>
                  <a:ea typeface="ＭＳ Ｐゴシック" pitchFamily="-97" charset="-128"/>
                </a:endParaRPr>
              </a:p>
            </p:txBody>
          </p:sp>
          <p:sp>
            <p:nvSpPr>
              <p:cNvPr id="79" name="Tekstboks 84"/>
              <p:cNvSpPr txBox="1">
                <a:spLocks noChangeArrowheads="1"/>
              </p:cNvSpPr>
              <p:nvPr/>
            </p:nvSpPr>
            <p:spPr bwMode="auto">
              <a:xfrm>
                <a:off x="890588" y="2547938"/>
                <a:ext cx="322262" cy="4130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blurRad="63500" dist="23000" dir="5400000" rotWithShape="0">
                  <a:srgbClr val="00000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indent="-342900" algn="ctr">
                  <a:defRPr/>
                </a:pPr>
                <a:r>
                  <a:rPr lang="da-DK" sz="1200" noProof="1">
                    <a:solidFill>
                      <a:srgbClr val="FFFFFF"/>
                    </a:solidFill>
                    <a:latin typeface="Arial" pitchFamily="34" charset="0"/>
                    <a:ea typeface="ＭＳ Ｐゴシック" pitchFamily="-97" charset="-128"/>
                  </a:rPr>
                  <a:t>3</a:t>
                </a:r>
              </a:p>
            </p:txBody>
          </p:sp>
        </p:grpSp>
      </p:grpSp>
      <p:grpSp>
        <p:nvGrpSpPr>
          <p:cNvPr id="84" name="Group 83"/>
          <p:cNvGrpSpPr/>
          <p:nvPr/>
        </p:nvGrpSpPr>
        <p:grpSpPr>
          <a:xfrm>
            <a:off x="3124200" y="3314700"/>
            <a:ext cx="2679700" cy="889000"/>
            <a:chOff x="1079500" y="3124200"/>
            <a:chExt cx="2679700" cy="889000"/>
          </a:xfrm>
        </p:grpSpPr>
        <p:pic>
          <p:nvPicPr>
            <p:cNvPr id="38" name="Picture 2" descr="C:\Users\ashish\AppData\Local\Microsoft\Windows\Temporary Internet Files\Content.IE5\2GT5N21W\MC900432610[1].png"/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9500" y="3136900"/>
              <a:ext cx="520700" cy="520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0" name="Picture 2" descr="C:\Users\ashish\AppData\Local\Microsoft\Windows\Temporary Internet Files\Content.IE5\2GT5N21W\MC900432610[1].png"/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2900" y="3365500"/>
              <a:ext cx="520700" cy="520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1" name="Picture 2" descr="C:\Users\ashish\AppData\Local\Microsoft\Windows\Temporary Internet Files\Content.IE5\2GT5N21W\MC900432610[1].png"/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1700" y="3492500"/>
              <a:ext cx="520700" cy="520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2" name="Picture 2" descr="C:\Users\ashish\AppData\Local\Microsoft\Windows\Temporary Internet Files\Content.IE5\2GT5N21W\MC900432610[1].png"/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67000" y="3352800"/>
              <a:ext cx="520700" cy="520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3" name="Picture 2" descr="C:\Users\ashish\AppData\Local\Microsoft\Windows\Temporary Internet Files\Content.IE5\2GT5N21W\MC900432610[1].png"/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8500" y="3124200"/>
              <a:ext cx="520700" cy="5207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6" name="Flowchart: Process 85"/>
          <p:cNvSpPr/>
          <p:nvPr/>
        </p:nvSpPr>
        <p:spPr>
          <a:xfrm>
            <a:off x="5346479" y="5295900"/>
            <a:ext cx="3467321" cy="952500"/>
          </a:xfrm>
          <a:prstGeom prst="flowChartProcess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lvl="0" defTabSz="914400" fontAlgn="auto">
              <a:spcBef>
                <a:spcPts val="0"/>
              </a:spcBef>
              <a:spcAft>
                <a:spcPts val="0"/>
              </a:spcAft>
              <a:defRPr sz="1000"/>
            </a:pPr>
            <a:r>
              <a:rPr lang="en-IN" sz="1200" kern="0" dirty="0">
                <a:solidFill>
                  <a:srgbClr val="000000"/>
                </a:solidFill>
                <a:latin typeface="arial"/>
                <a:cs typeface="arial"/>
              </a:rPr>
              <a:t>Advisory Board evaluates shortlisted applications and gives final approval or rejection</a:t>
            </a:r>
          </a:p>
          <a:p>
            <a:pPr lvl="0" defTabSz="914400" fontAlgn="auto">
              <a:spcBef>
                <a:spcPts val="0"/>
              </a:spcBef>
              <a:spcAft>
                <a:spcPts val="0"/>
              </a:spcAft>
              <a:defRPr sz="1000"/>
            </a:pPr>
            <a:r>
              <a:rPr lang="en-IN" sz="1200" kern="0" dirty="0">
                <a:solidFill>
                  <a:srgbClr val="000000"/>
                </a:solidFill>
                <a:latin typeface="arial"/>
                <a:cs typeface="arial"/>
              </a:rPr>
              <a:t>On approval, Admin assigns Mentor and Incubation Period begins</a:t>
            </a:r>
          </a:p>
        </p:txBody>
      </p:sp>
      <p:grpSp>
        <p:nvGrpSpPr>
          <p:cNvPr id="129" name="Group 128"/>
          <p:cNvGrpSpPr/>
          <p:nvPr/>
        </p:nvGrpSpPr>
        <p:grpSpPr>
          <a:xfrm>
            <a:off x="344594" y="829678"/>
            <a:ext cx="3135206" cy="499730"/>
            <a:chOff x="1068494" y="5808078"/>
            <a:chExt cx="3135206" cy="499730"/>
          </a:xfrm>
        </p:grpSpPr>
        <p:grpSp>
          <p:nvGrpSpPr>
            <p:cNvPr id="133" name="Grupper 67"/>
            <p:cNvGrpSpPr>
              <a:grpSpLocks/>
            </p:cNvGrpSpPr>
            <p:nvPr/>
          </p:nvGrpSpPr>
          <p:grpSpPr bwMode="auto">
            <a:xfrm>
              <a:off x="1407215" y="5876906"/>
              <a:ext cx="2796485" cy="346075"/>
              <a:chOff x="876300" y="2508250"/>
              <a:chExt cx="344488" cy="346075"/>
            </a:xfrm>
          </p:grpSpPr>
          <p:sp>
            <p:nvSpPr>
              <p:cNvPr id="138" name="Rektangel 11"/>
              <p:cNvSpPr>
                <a:spLocks noChangeArrowheads="1"/>
              </p:cNvSpPr>
              <p:nvPr/>
            </p:nvSpPr>
            <p:spPr bwMode="auto">
              <a:xfrm>
                <a:off x="876300" y="2508250"/>
                <a:ext cx="344488" cy="346075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da-DK" sz="1200" dirty="0">
                  <a:solidFill>
                    <a:srgbClr val="FFFFFF"/>
                  </a:solidFill>
                  <a:latin typeface="Arial" pitchFamily="34" charset="0"/>
                  <a:ea typeface="ＭＳ Ｐゴシック" pitchFamily="-97" charset="-128"/>
                </a:endParaRPr>
              </a:p>
            </p:txBody>
          </p:sp>
          <p:sp>
            <p:nvSpPr>
              <p:cNvPr id="140" name="Tekstboks 12"/>
              <p:cNvSpPr txBox="1">
                <a:spLocks noChangeArrowheads="1"/>
              </p:cNvSpPr>
              <p:nvPr/>
            </p:nvSpPr>
            <p:spPr bwMode="auto">
              <a:xfrm>
                <a:off x="890588" y="2544764"/>
                <a:ext cx="322262" cy="2769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blurRad="63500" algn="tl" rotWithShape="0">
                  <a:srgbClr val="000000">
                    <a:alpha val="74998"/>
                  </a:srgbClr>
                </a:outerShdw>
              </a:effectLst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da-DK" sz="1200" dirty="0">
                    <a:solidFill>
                      <a:srgbClr val="171717"/>
                    </a:solidFill>
                    <a:latin typeface="Arial" pitchFamily="34" charset="0"/>
                    <a:ea typeface="ＭＳ Ｐゴシック" pitchFamily="-97" charset="-128"/>
                  </a:rPr>
                  <a:t>Allocation Process On IMS</a:t>
                </a:r>
              </a:p>
            </p:txBody>
          </p:sp>
        </p:grpSp>
        <p:sp>
          <p:nvSpPr>
            <p:cNvPr id="136" name="Oval 135"/>
            <p:cNvSpPr/>
            <p:nvPr/>
          </p:nvSpPr>
          <p:spPr>
            <a:xfrm>
              <a:off x="1068494" y="5808078"/>
              <a:ext cx="499730" cy="499730"/>
            </a:xfrm>
            <a:prstGeom prst="ellipse">
              <a:avLst/>
            </a:prstGeom>
            <a:effectLst>
              <a:outerShdw blurRad="40000" dist="23000" dir="5400000" rotWithShape="0">
                <a:srgbClr val="000000">
                  <a:alpha val="35000"/>
                </a:srgbClr>
              </a:outerShdw>
              <a:reflection blurRad="6350" stA="50000" endA="300" endPos="90000" dir="5400000" sy="-100000" algn="bl" rotWithShape="0"/>
            </a:effectLst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r>
                <a:rPr lang="en-US" sz="900" b="1" dirty="0">
                  <a:solidFill>
                    <a:srgbClr val="000000"/>
                  </a:solidFill>
                  <a:latin typeface="arial"/>
                  <a:cs typeface="arial"/>
                </a:rPr>
                <a:t>1</a:t>
              </a:r>
              <a:endParaRPr lang="en-IN" sz="900" b="1" dirty="0">
                <a:solidFill>
                  <a:srgbClr val="000000"/>
                </a:solidFill>
                <a:latin typeface="arial"/>
                <a:cs typeface="arial"/>
              </a:endParaRPr>
            </a:p>
          </p:txBody>
        </p:sp>
      </p:grp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1308100" y="2425700"/>
            <a:ext cx="4986375" cy="3469223"/>
            <a:chOff x="1231900" y="2146300"/>
            <a:chExt cx="4986375" cy="3469223"/>
          </a:xfrm>
        </p:grpSpPr>
        <p:sp>
          <p:nvSpPr>
            <p:cNvPr id="23" name="Rektangel 5"/>
            <p:cNvSpPr>
              <a:spLocks noChangeArrowheads="1"/>
            </p:cNvSpPr>
            <p:nvPr/>
          </p:nvSpPr>
          <p:spPr bwMode="auto">
            <a:xfrm>
              <a:off x="1235438" y="4837923"/>
              <a:ext cx="4797062" cy="777600"/>
            </a:xfrm>
            <a:prstGeom prst="rect">
              <a:avLst/>
            </a:prstGeom>
            <a:gradFill rotWithShape="1">
              <a:gsLst>
                <a:gs pos="0">
                  <a:srgbClr val="002060"/>
                </a:gs>
                <a:gs pos="100000">
                  <a:srgbClr val="1F88C8"/>
                </a:gs>
              </a:gsLst>
              <a:lin ang="16200000"/>
            </a:gradFill>
            <a:ln w="9525">
              <a:solidFill>
                <a:schemeClr val="accent3">
                  <a:lumMod val="50000"/>
                </a:schemeClr>
              </a:solidFill>
              <a:miter lim="800000"/>
              <a:headEnd/>
              <a:tailEnd/>
            </a:ln>
            <a:effectLst>
              <a:outerShdw blurRad="635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 defTabSz="9144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a-DK" sz="1400" b="1" kern="0" noProof="1">
                <a:solidFill>
                  <a:sysClr val="window" lastClr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  <p:sp>
          <p:nvSpPr>
            <p:cNvPr id="24" name="Højrepil 7"/>
            <p:cNvSpPr/>
            <p:nvPr/>
          </p:nvSpPr>
          <p:spPr bwMode="auto">
            <a:xfrm rot="5400000">
              <a:off x="1736294" y="4752992"/>
              <a:ext cx="485775" cy="354012"/>
            </a:xfrm>
            <a:prstGeom prst="rightArrow">
              <a:avLst>
                <a:gd name="adj1" fmla="val 50000"/>
                <a:gd name="adj2" fmla="val 82469"/>
              </a:avLst>
            </a:prstGeom>
            <a:gradFill flip="none" rotWithShape="1">
              <a:gsLst>
                <a:gs pos="21000">
                  <a:srgbClr val="7DC8DF"/>
                </a:gs>
                <a:gs pos="100000">
                  <a:srgbClr val="6699FF"/>
                </a:gs>
              </a:gsLst>
              <a:lin ang="5400000" scaled="1"/>
              <a:tileRect/>
            </a:gradFill>
            <a:ln w="9525">
              <a:solidFill>
                <a:schemeClr val="accent4">
                  <a:lumMod val="60000"/>
                  <a:lumOff val="40000"/>
                </a:schemeClr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indent="-342900"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a-DK" sz="1600" b="1" kern="0" noProof="1">
                  <a:solidFill>
                    <a:srgbClr val="FFFFFF"/>
                  </a:solidFill>
                  <a:latin typeface="Arial" pitchFamily="34" charset="0"/>
                  <a:ea typeface="ＭＳ Ｐゴシック" pitchFamily="-97" charset="-128"/>
                </a:rPr>
                <a:t xml:space="preserve"> </a:t>
              </a:r>
            </a:p>
          </p:txBody>
        </p:sp>
        <p:sp>
          <p:nvSpPr>
            <p:cNvPr id="32" name="Rektangel 5"/>
            <p:cNvSpPr>
              <a:spLocks noChangeArrowheads="1"/>
            </p:cNvSpPr>
            <p:nvPr/>
          </p:nvSpPr>
          <p:spPr bwMode="auto">
            <a:xfrm>
              <a:off x="1231900" y="3951846"/>
              <a:ext cx="4797062" cy="777600"/>
            </a:xfrm>
            <a:prstGeom prst="rect">
              <a:avLst/>
            </a:prstGeom>
            <a:gradFill rotWithShape="1">
              <a:gsLst>
                <a:gs pos="0">
                  <a:srgbClr val="002060"/>
                </a:gs>
                <a:gs pos="100000">
                  <a:srgbClr val="1F88C8"/>
                </a:gs>
              </a:gsLst>
              <a:lin ang="16200000"/>
            </a:gradFill>
            <a:ln w="9525">
              <a:solidFill>
                <a:schemeClr val="accent3">
                  <a:lumMod val="50000"/>
                </a:schemeClr>
              </a:solidFill>
              <a:miter lim="800000"/>
              <a:headEnd/>
              <a:tailEnd/>
            </a:ln>
            <a:effectLst>
              <a:outerShdw blurRad="635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 defTabSz="914400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a-DK" sz="1400" b="1" kern="0" noProof="1">
                <a:solidFill>
                  <a:sysClr val="window" lastClr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  <p:sp>
          <p:nvSpPr>
            <p:cNvPr id="34" name="Højrepil 7"/>
            <p:cNvSpPr/>
            <p:nvPr/>
          </p:nvSpPr>
          <p:spPr bwMode="auto">
            <a:xfrm rot="5400000">
              <a:off x="1732756" y="3866915"/>
              <a:ext cx="485775" cy="354012"/>
            </a:xfrm>
            <a:prstGeom prst="rightArrow">
              <a:avLst>
                <a:gd name="adj1" fmla="val 50000"/>
                <a:gd name="adj2" fmla="val 82469"/>
              </a:avLst>
            </a:prstGeom>
            <a:gradFill flip="none" rotWithShape="1">
              <a:gsLst>
                <a:gs pos="21000">
                  <a:srgbClr val="7DC8DF"/>
                </a:gs>
                <a:gs pos="100000">
                  <a:srgbClr val="6699FF"/>
                </a:gs>
              </a:gsLst>
              <a:lin ang="5400000" scaled="1"/>
              <a:tileRect/>
            </a:gradFill>
            <a:ln w="9525">
              <a:solidFill>
                <a:schemeClr val="accent4">
                  <a:lumMod val="60000"/>
                  <a:lumOff val="40000"/>
                </a:schemeClr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indent="-342900"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a-DK" sz="1600" b="1" kern="0" noProof="1">
                  <a:solidFill>
                    <a:srgbClr val="FFFFFF"/>
                  </a:solidFill>
                  <a:latin typeface="Arial" pitchFamily="34" charset="0"/>
                  <a:ea typeface="ＭＳ Ｐゴシック" pitchFamily="-97" charset="-128"/>
                </a:rPr>
                <a:t xml:space="preserve"> </a:t>
              </a:r>
            </a:p>
          </p:txBody>
        </p:sp>
        <p:sp>
          <p:nvSpPr>
            <p:cNvPr id="35" name="Rektangel 4"/>
            <p:cNvSpPr>
              <a:spLocks noChangeArrowheads="1"/>
            </p:cNvSpPr>
            <p:nvPr/>
          </p:nvSpPr>
          <p:spPr bwMode="auto">
            <a:xfrm>
              <a:off x="1231900" y="3058912"/>
              <a:ext cx="4797062" cy="777600"/>
            </a:xfrm>
            <a:prstGeom prst="rect">
              <a:avLst/>
            </a:prstGeom>
            <a:gradFill flip="none" rotWithShape="1">
              <a:gsLst>
                <a:gs pos="21000">
                  <a:srgbClr val="7DC8DF"/>
                </a:gs>
                <a:gs pos="100000">
                  <a:srgbClr val="6699FF"/>
                </a:gs>
              </a:gsLst>
              <a:lin ang="5400000" scaled="1"/>
              <a:tileRect/>
            </a:gradFill>
            <a:ln w="9525">
              <a:solidFill>
                <a:schemeClr val="accent4">
                  <a:lumMod val="60000"/>
                  <a:lumOff val="40000"/>
                </a:schemeClr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indent="-342900"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da-DK" sz="1600" b="1" kern="0" noProof="1">
                <a:solidFill>
                  <a:srgbClr val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  <p:sp>
          <p:nvSpPr>
            <p:cNvPr id="36" name="Højrepil 6"/>
            <p:cNvSpPr/>
            <p:nvPr/>
          </p:nvSpPr>
          <p:spPr bwMode="auto">
            <a:xfrm rot="5400000">
              <a:off x="1756569" y="2975568"/>
              <a:ext cx="485775" cy="354013"/>
            </a:xfrm>
            <a:prstGeom prst="rightArrow">
              <a:avLst>
                <a:gd name="adj1" fmla="val 50000"/>
                <a:gd name="adj2" fmla="val 82469"/>
              </a:avLst>
            </a:prstGeom>
            <a:gradFill flip="none" rotWithShape="1">
              <a:gsLst>
                <a:gs pos="0">
                  <a:srgbClr val="002060"/>
                </a:gs>
                <a:gs pos="100000">
                  <a:srgbClr val="1F88C8"/>
                </a:gs>
              </a:gsLst>
              <a:lin ang="2700000" scaled="1"/>
              <a:tileRect/>
            </a:gradFill>
            <a:ln w="9525">
              <a:solidFill>
                <a:schemeClr val="accent3">
                  <a:lumMod val="50000"/>
                </a:schemeClr>
              </a:solidFill>
              <a:miter lim="800000"/>
              <a:headEnd/>
              <a:tailEnd/>
            </a:ln>
            <a:effectLst>
              <a:outerShdw blurRad="635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 indent="-342900" algn="ctr" defTabSz="9144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da-DK" sz="1400" b="1" kern="0" noProof="1">
                  <a:solidFill>
                    <a:sysClr val="window" lastClr="FFFFFF"/>
                  </a:solidFill>
                  <a:latin typeface="Arial" pitchFamily="34" charset="0"/>
                  <a:ea typeface="ＭＳ Ｐゴシック" pitchFamily="-97" charset="-128"/>
                </a:rPr>
                <a:t xml:space="preserve"> </a:t>
              </a:r>
            </a:p>
          </p:txBody>
        </p:sp>
        <p:sp>
          <p:nvSpPr>
            <p:cNvPr id="37" name="Rektangel 3"/>
            <p:cNvSpPr>
              <a:spLocks noChangeArrowheads="1"/>
            </p:cNvSpPr>
            <p:nvPr/>
          </p:nvSpPr>
          <p:spPr bwMode="auto">
            <a:xfrm>
              <a:off x="1231900" y="2146300"/>
              <a:ext cx="4797062" cy="777653"/>
            </a:xfrm>
            <a:prstGeom prst="rect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16200000"/>
            </a:gradFill>
            <a:ln w="9525">
              <a:solidFill>
                <a:srgbClr val="E1E1E1"/>
              </a:solidFill>
              <a:miter lim="800000"/>
              <a:headEnd/>
              <a:tailEnd/>
            </a:ln>
            <a:effectLst>
              <a:outerShdw blurRad="635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 indent="-342900" algn="ctr">
                <a:defRPr/>
              </a:pPr>
              <a:endParaRPr lang="da-DK" noProof="1">
                <a:solidFill>
                  <a:srgbClr val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  <p:grpSp>
          <p:nvGrpSpPr>
            <p:cNvPr id="41" name="Grupper 32"/>
            <p:cNvGrpSpPr>
              <a:grpSpLocks/>
            </p:cNvGrpSpPr>
            <p:nvPr/>
          </p:nvGrpSpPr>
          <p:grpSpPr bwMode="auto">
            <a:xfrm>
              <a:off x="1369357" y="2316474"/>
              <a:ext cx="4848917" cy="1280299"/>
              <a:chOff x="1066534" y="1437833"/>
              <a:chExt cx="4849804" cy="1279708"/>
            </a:xfrm>
          </p:grpSpPr>
          <p:sp>
            <p:nvSpPr>
              <p:cNvPr id="49" name="Tekstboks 26"/>
              <p:cNvSpPr txBox="1">
                <a:spLocks noChangeArrowheads="1"/>
              </p:cNvSpPr>
              <p:nvPr/>
            </p:nvSpPr>
            <p:spPr bwMode="auto">
              <a:xfrm>
                <a:off x="1066534" y="2440670"/>
                <a:ext cx="4849804" cy="2768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sz="1200" b="1" dirty="0">
                    <a:solidFill>
                      <a:srgbClr val="171717"/>
                    </a:solidFill>
                  </a:rPr>
                  <a:t>Right mentor matched to the right startup / intern / fellow</a:t>
                </a:r>
              </a:p>
            </p:txBody>
          </p:sp>
          <p:sp>
            <p:nvSpPr>
              <p:cNvPr id="52" name="Tekstboks 26"/>
              <p:cNvSpPr txBox="1">
                <a:spLocks noChangeArrowheads="1"/>
              </p:cNvSpPr>
              <p:nvPr/>
            </p:nvSpPr>
            <p:spPr bwMode="auto">
              <a:xfrm>
                <a:off x="1066534" y="1437833"/>
                <a:ext cx="4849804" cy="2768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sz="1200" b="1" dirty="0">
                    <a:solidFill>
                      <a:srgbClr val="171717"/>
                    </a:solidFill>
                  </a:rPr>
                  <a:t>All application and programme data in one centralised platform</a:t>
                </a:r>
                <a:endParaRPr lang="da-DK" sz="1200" b="1" dirty="0">
                  <a:solidFill>
                    <a:srgbClr val="171717"/>
                  </a:solidFill>
                </a:endParaRPr>
              </a:p>
            </p:txBody>
          </p:sp>
        </p:grpSp>
        <p:sp>
          <p:nvSpPr>
            <p:cNvPr id="47" name="Tekstboks 26"/>
            <p:cNvSpPr txBox="1">
              <a:spLocks noChangeArrowheads="1"/>
            </p:cNvSpPr>
            <p:nvPr/>
          </p:nvSpPr>
          <p:spPr bwMode="auto">
            <a:xfrm>
              <a:off x="1369358" y="4262233"/>
              <a:ext cx="4848917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rgbClr val="171717"/>
                  </a:solidFill>
                </a:rPr>
                <a:t>Faster, structured approvals — reducing manual bottlenecks</a:t>
              </a:r>
            </a:p>
          </p:txBody>
        </p:sp>
        <p:sp>
          <p:nvSpPr>
            <p:cNvPr id="45" name="Tekstboks 26"/>
            <p:cNvSpPr txBox="1">
              <a:spLocks noChangeArrowheads="1"/>
            </p:cNvSpPr>
            <p:nvPr/>
          </p:nvSpPr>
          <p:spPr bwMode="auto">
            <a:xfrm>
              <a:off x="1369357" y="5179294"/>
              <a:ext cx="4848917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IN" sz="1200" b="1" dirty="0">
                  <a:solidFill>
                    <a:srgbClr val="171717"/>
                  </a:solidFill>
                </a:rPr>
                <a:t>Quality incubation outcomes through tracked progress</a:t>
              </a:r>
            </a:p>
          </p:txBody>
        </p:sp>
      </p:grpSp>
      <p:grpSp>
        <p:nvGrpSpPr>
          <p:cNvPr id="51" name="Group 53"/>
          <p:cNvGrpSpPr/>
          <p:nvPr/>
        </p:nvGrpSpPr>
        <p:grpSpPr>
          <a:xfrm>
            <a:off x="0" y="264409"/>
            <a:ext cx="9144000" cy="1172505"/>
            <a:chOff x="0" y="264409"/>
            <a:chExt cx="9144000" cy="1172505"/>
          </a:xfrm>
        </p:grpSpPr>
        <p:grpSp>
          <p:nvGrpSpPr>
            <p:cNvPr id="53" name="Group 57"/>
            <p:cNvGrpSpPr/>
            <p:nvPr/>
          </p:nvGrpSpPr>
          <p:grpSpPr>
            <a:xfrm>
              <a:off x="0" y="694824"/>
              <a:ext cx="9144000" cy="742090"/>
              <a:chOff x="0" y="694824"/>
              <a:chExt cx="9144000" cy="742090"/>
            </a:xfrm>
            <a:effectLst>
              <a:reflection blurRad="6350" stA="50000" endA="300" endPos="55000" dir="5400000" sy="-100000" algn="bl" rotWithShape="0"/>
            </a:effectLst>
          </p:grpSpPr>
          <p:sp>
            <p:nvSpPr>
              <p:cNvPr id="55" name="Rektangel 2"/>
              <p:cNvSpPr>
                <a:spLocks noChangeArrowheads="1"/>
              </p:cNvSpPr>
              <p:nvPr/>
            </p:nvSpPr>
            <p:spPr bwMode="auto">
              <a:xfrm>
                <a:off x="0" y="694824"/>
                <a:ext cx="9144000" cy="742090"/>
              </a:xfrm>
              <a:prstGeom prst="rect">
                <a:avLst/>
              </a:prstGeom>
              <a:gradFill flip="none" rotWithShape="1">
                <a:gsLst>
                  <a:gs pos="21000">
                    <a:srgbClr val="7DC8DF"/>
                  </a:gs>
                  <a:gs pos="100000">
                    <a:srgbClr val="6699FF"/>
                  </a:gs>
                </a:gsLst>
                <a:lin ang="5400000" scaled="1"/>
                <a:tileRect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indent="-342900" algn="ctr" fontAlgn="auto"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defRPr/>
                </a:pPr>
                <a:endParaRPr lang="da-DK" sz="1600" b="1" kern="0" noProof="1">
                  <a:solidFill>
                    <a:srgbClr val="FFFFFF"/>
                  </a:solidFill>
                  <a:latin typeface="Arial" pitchFamily="34" charset="0"/>
                  <a:ea typeface="ＭＳ Ｐゴシック" pitchFamily="-97" charset="-128"/>
                </a:endParaRPr>
              </a:p>
            </p:txBody>
          </p:sp>
          <p:sp>
            <p:nvSpPr>
              <p:cNvPr id="56" name="Rectangle 5"/>
              <p:cNvSpPr txBox="1">
                <a:spLocks noChangeArrowheads="1"/>
              </p:cNvSpPr>
              <p:nvPr/>
            </p:nvSpPr>
            <p:spPr bwMode="gray">
              <a:xfrm>
                <a:off x="862836" y="802976"/>
                <a:ext cx="6001101" cy="6000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rIns="0" anchor="ctr"/>
              <a:lstStyle/>
              <a:p>
                <a:pPr defTabSz="914400" eaLnBrk="0" hangingPunct="0">
                  <a:lnSpc>
                    <a:spcPct val="95000"/>
                  </a:lnSpc>
                </a:pPr>
                <a:r>
                  <a:rPr lang="en-US" sz="2800" b="1" dirty="0">
                    <a:solidFill>
                      <a:schemeClr val="bg1"/>
                    </a:solidFill>
                    <a:latin typeface="Trebuchet MS" pitchFamily="34" charset="0"/>
                  </a:rPr>
                  <a:t>Result of IMS</a:t>
                </a:r>
              </a:p>
            </p:txBody>
          </p:sp>
        </p:grpSp>
        <p:sp>
          <p:nvSpPr>
            <p:cNvPr id="54" name="Rektangel 31"/>
            <p:cNvSpPr>
              <a:spLocks noChangeArrowheads="1"/>
            </p:cNvSpPr>
            <p:nvPr/>
          </p:nvSpPr>
          <p:spPr bwMode="auto">
            <a:xfrm>
              <a:off x="7106014" y="264409"/>
              <a:ext cx="1931111" cy="1148770"/>
            </a:xfrm>
            <a:prstGeom prst="rect">
              <a:avLst/>
            </a:prstGeom>
            <a:gradFill>
              <a:gsLst>
                <a:gs pos="45000">
                  <a:schemeClr val="tx2"/>
                </a:gs>
                <a:gs pos="98000">
                  <a:srgbClr val="D1C39F">
                    <a:alpha val="21000"/>
                  </a:srgbClr>
                </a:gs>
              </a:gsLst>
              <a:lin ang="5400000" scaled="0"/>
            </a:gradFill>
            <a:ln>
              <a:noFill/>
              <a:headEnd/>
              <a:tailE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da-DK" sz="3600" b="1" dirty="0">
                  <a:ln w="12700">
                    <a:solidFill>
                      <a:schemeClr val="tx2">
                        <a:satMod val="155000"/>
                      </a:schemeClr>
                    </a:solidFill>
                    <a:prstDash val="solid"/>
                  </a:ln>
                  <a:solidFill>
                    <a:schemeClr val="accent4">
                      <a:lumMod val="7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Trebuchet MS" pitchFamily="34" charset="0"/>
                  <a:ea typeface="ＭＳ Ｐゴシック" pitchFamily="-97" charset="-128"/>
                </a:rPr>
                <a:t>IMS</a:t>
              </a:r>
              <a:endParaRPr lang="da-DK" sz="3600" dirty="0">
                <a:solidFill>
                  <a:schemeClr val="accent4">
                    <a:lumMod val="75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  <a:latin typeface="Trebuchet MS" pitchFamily="34" charset="0"/>
                <a:ea typeface="ＭＳ Ｐゴシック" pitchFamily="-97" charset="-128"/>
              </a:endParaRPr>
            </a:p>
          </p:txBody>
        </p:sp>
      </p:grp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70C0"/>
            </a:gs>
            <a:gs pos="100000">
              <a:srgbClr val="00206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5"/>
          <p:cNvSpPr txBox="1">
            <a:spLocks noChangeArrowheads="1"/>
          </p:cNvSpPr>
          <p:nvPr/>
        </p:nvSpPr>
        <p:spPr bwMode="gray">
          <a:xfrm>
            <a:off x="0" y="2830513"/>
            <a:ext cx="9144000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reflection blurRad="6350" stA="50000" endA="300" endPos="90000" dist="50800" dir="5400000" sy="-100000" algn="bl" rotWithShape="0"/>
          </a:effectLst>
        </p:spPr>
        <p:txBody>
          <a:bodyPr lIns="0" rIns="0" anchor="ctr"/>
          <a:lstStyle/>
          <a:p>
            <a:pPr algn="ctr" defTabSz="914400" eaLnBrk="0" hangingPunct="0">
              <a:lnSpc>
                <a:spcPct val="95000"/>
              </a:lnSpc>
            </a:pPr>
            <a:r>
              <a:rPr lang="en-US" sz="7200" b="1" spc="5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  <a:latin typeface="Trebuchet MS" pitchFamily="34" charset="0"/>
                <a:cs typeface="Arial" charset="0"/>
              </a:rPr>
              <a:t>THANK YOU!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gray">
          <a:xfrm>
            <a:off x="1027113" y="6315075"/>
            <a:ext cx="1538287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defTabSz="801688">
              <a:defRPr/>
            </a:pPr>
            <a:r>
              <a:rPr lang="en-US" sz="1200" dirty="0">
                <a:latin typeface="Arial" pitchFamily="34" charset="0"/>
                <a:ea typeface="ＭＳ Ｐゴシック" pitchFamily="-97" charset="-128"/>
              </a:rPr>
              <a:t>Incubein Platform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gray">
          <a:xfrm>
            <a:off x="6919913" y="6315075"/>
            <a:ext cx="1538287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r" defTabSz="801688">
              <a:defRPr/>
            </a:pPr>
            <a:r>
              <a:rPr lang="en-US" sz="1200" dirty="0">
                <a:latin typeface="Arial" pitchFamily="34" charset="0"/>
                <a:ea typeface="ＭＳ Ｐゴシック" pitchFamily="-97" charset="-128"/>
              </a:rPr>
              <a:t>MOL | IMS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1" name="Elbow Connector 130"/>
          <p:cNvCxnSpPr/>
          <p:nvPr/>
        </p:nvCxnSpPr>
        <p:spPr>
          <a:xfrm flipV="1">
            <a:off x="4254500" y="3670300"/>
            <a:ext cx="1409700" cy="698500"/>
          </a:xfrm>
          <a:prstGeom prst="bentConnector3">
            <a:avLst>
              <a:gd name="adj1" fmla="val 100450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0" name="Shape 99"/>
          <p:cNvCxnSpPr>
            <a:stCxn id="2050" idx="2"/>
          </p:cNvCxnSpPr>
          <p:nvPr/>
        </p:nvCxnSpPr>
        <p:spPr>
          <a:xfrm rot="16200000" flipH="1">
            <a:off x="1820784" y="2392284"/>
            <a:ext cx="2194358" cy="429867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/>
          <p:nvPr/>
        </p:nvCxnSpPr>
        <p:spPr>
          <a:xfrm rot="10800000">
            <a:off x="1384300" y="2984500"/>
            <a:ext cx="4165600" cy="15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13" name="Group 60"/>
          <p:cNvGrpSpPr/>
          <p:nvPr/>
        </p:nvGrpSpPr>
        <p:grpSpPr>
          <a:xfrm>
            <a:off x="2934704" y="1768433"/>
            <a:ext cx="5520938" cy="560021"/>
            <a:chOff x="961748" y="2500313"/>
            <a:chExt cx="5520938" cy="354012"/>
          </a:xfrm>
        </p:grpSpPr>
        <p:sp>
          <p:nvSpPr>
            <p:cNvPr id="31" name="Rektangel 30"/>
            <p:cNvSpPr>
              <a:spLocks noChangeArrowheads="1"/>
            </p:cNvSpPr>
            <p:nvPr/>
          </p:nvSpPr>
          <p:spPr bwMode="auto">
            <a:xfrm>
              <a:off x="1441657" y="2500313"/>
              <a:ext cx="4997401" cy="354012"/>
            </a:xfrm>
            <a:prstGeom prst="rect">
              <a:avLst/>
            </a:prstGeom>
            <a:gradFill rotWithShape="1">
              <a:gsLst>
                <a:gs pos="0">
                  <a:schemeClr val="bg2"/>
                </a:gs>
                <a:gs pos="100000">
                  <a:schemeClr val="tx1"/>
                </a:gs>
              </a:gsLst>
              <a:lin ang="16200000"/>
            </a:gradFill>
            <a:ln w="9525">
              <a:noFill/>
              <a:miter lim="800000"/>
              <a:headEnd/>
              <a:tailEnd/>
            </a:ln>
            <a:effectLst>
              <a:outerShdw blurRad="635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da-DK" sz="1200" dirty="0">
                <a:solidFill>
                  <a:srgbClr val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  <p:sp>
          <p:nvSpPr>
            <p:cNvPr id="22544" name="Tekstboks 44"/>
            <p:cNvSpPr txBox="1">
              <a:spLocks noChangeArrowheads="1"/>
            </p:cNvSpPr>
            <p:nvPr/>
          </p:nvSpPr>
          <p:spPr bwMode="auto">
            <a:xfrm>
              <a:off x="1485285" y="2540000"/>
              <a:ext cx="4997401" cy="2918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200" dirty="0">
                  <a:solidFill>
                    <a:srgbClr val="171717"/>
                  </a:solidFill>
                </a:rPr>
                <a:t xml:space="preserve">Mentor submits application with </a:t>
              </a:r>
              <a:r>
                <a:rPr lang="en-IN" sz="1200" dirty="0">
                  <a:solidFill>
                    <a:srgbClr val="171717"/>
                  </a:solidFill>
                </a:rPr>
                <a:t>Man power requirement By submitting the MPR form through IMS</a:t>
              </a:r>
            </a:p>
          </p:txBody>
        </p:sp>
        <p:grpSp>
          <p:nvGrpSpPr>
            <p:cNvPr id="15" name="Gruppe 85"/>
            <p:cNvGrpSpPr>
              <a:grpSpLocks/>
            </p:cNvGrpSpPr>
            <p:nvPr/>
          </p:nvGrpSpPr>
          <p:grpSpPr bwMode="auto">
            <a:xfrm>
              <a:off x="961748" y="2511425"/>
              <a:ext cx="430332" cy="342900"/>
              <a:chOff x="876300" y="2511425"/>
              <a:chExt cx="344488" cy="342900"/>
            </a:xfrm>
          </p:grpSpPr>
          <p:sp>
            <p:nvSpPr>
              <p:cNvPr id="8" name="Rektangel 7"/>
              <p:cNvSpPr>
                <a:spLocks noChangeArrowheads="1"/>
              </p:cNvSpPr>
              <p:nvPr/>
            </p:nvSpPr>
            <p:spPr bwMode="auto">
              <a:xfrm>
                <a:off x="876300" y="2511425"/>
                <a:ext cx="344488" cy="342900"/>
              </a:xfrm>
              <a:prstGeom prst="rect">
                <a:avLst/>
              </a:prstGeom>
              <a:gradFill rotWithShape="1">
                <a:gsLst>
                  <a:gs pos="0">
                    <a:srgbClr val="002060"/>
                  </a:gs>
                  <a:gs pos="100000">
                    <a:srgbClr val="1F88C8"/>
                  </a:gs>
                </a:gsLst>
                <a:lin ang="16200000"/>
              </a:gradFill>
              <a:ln w="9525">
                <a:solidFill>
                  <a:schemeClr val="accent3">
                    <a:lumMod val="50000"/>
                  </a:schemeClr>
                </a:solidFill>
                <a:miter lim="800000"/>
                <a:headEnd/>
                <a:tailEnd/>
              </a:ln>
              <a:effectLst>
                <a:outerShdw blurRad="63500" dist="23000" dir="5400000" rotWithShape="0">
                  <a:srgbClr val="00000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indent="-342900" algn="ctr" defTabSz="914400" fontAlgn="auto"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defRPr/>
                </a:pPr>
                <a:endParaRPr lang="da-DK" sz="1400" b="1" kern="0" noProof="1">
                  <a:solidFill>
                    <a:sysClr val="window" lastClr="FFFFFF"/>
                  </a:solidFill>
                  <a:latin typeface="Arial" pitchFamily="34" charset="0"/>
                  <a:ea typeface="ＭＳ Ｐゴシック" pitchFamily="-97" charset="-128"/>
                </a:endParaRPr>
              </a:p>
            </p:txBody>
          </p:sp>
          <p:sp>
            <p:nvSpPr>
              <p:cNvPr id="85" name="Tekstboks 84"/>
              <p:cNvSpPr txBox="1">
                <a:spLocks noChangeArrowheads="1"/>
              </p:cNvSpPr>
              <p:nvPr/>
            </p:nvSpPr>
            <p:spPr bwMode="auto">
              <a:xfrm>
                <a:off x="890588" y="2547938"/>
                <a:ext cx="322262" cy="2746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blurRad="63500" dist="23000" dir="5400000" rotWithShape="0">
                  <a:srgbClr val="00000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indent="-342900" algn="ctr">
                  <a:defRPr/>
                </a:pPr>
                <a:r>
                  <a:rPr lang="da-DK" sz="1200" noProof="1">
                    <a:solidFill>
                      <a:srgbClr val="FFFFFF"/>
                    </a:solidFill>
                    <a:latin typeface="Arial" pitchFamily="34" charset="0"/>
                    <a:ea typeface="ＭＳ Ｐゴシック" pitchFamily="-97" charset="-128"/>
                  </a:rPr>
                  <a:t>1</a:t>
                </a:r>
              </a:p>
            </p:txBody>
          </p:sp>
        </p:grpSp>
      </p:grpSp>
      <p:sp>
        <p:nvSpPr>
          <p:cNvPr id="2150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SimSun" pitchFamily="2" charset="-122"/>
                <a:cs typeface="Arial" pitchFamily="34" charset="0"/>
              </a:rPr>
              <a:t>Description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SimSun" pitchFamily="2" charset="-122"/>
                <a:cs typeface="Arial" pitchFamily="34" charset="0"/>
              </a:rPr>
              <a:t>Description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6" name="Group 53"/>
          <p:cNvGrpSpPr/>
          <p:nvPr/>
        </p:nvGrpSpPr>
        <p:grpSpPr>
          <a:xfrm>
            <a:off x="0" y="264409"/>
            <a:ext cx="9144000" cy="1172505"/>
            <a:chOff x="0" y="264409"/>
            <a:chExt cx="9144000" cy="1172505"/>
          </a:xfrm>
        </p:grpSpPr>
        <p:grpSp>
          <p:nvGrpSpPr>
            <p:cNvPr id="17" name="Group 57"/>
            <p:cNvGrpSpPr/>
            <p:nvPr/>
          </p:nvGrpSpPr>
          <p:grpSpPr>
            <a:xfrm>
              <a:off x="0" y="694824"/>
              <a:ext cx="9144000" cy="742090"/>
              <a:chOff x="0" y="694824"/>
              <a:chExt cx="9144000" cy="742090"/>
            </a:xfrm>
            <a:effectLst>
              <a:reflection blurRad="6350" stA="50000" endA="300" endPos="55000" dir="5400000" sy="-100000" algn="bl" rotWithShape="0"/>
            </a:effectLst>
          </p:grpSpPr>
          <p:sp>
            <p:nvSpPr>
              <p:cNvPr id="50" name="Rektangel 2"/>
              <p:cNvSpPr>
                <a:spLocks noChangeArrowheads="1"/>
              </p:cNvSpPr>
              <p:nvPr/>
            </p:nvSpPr>
            <p:spPr bwMode="auto">
              <a:xfrm>
                <a:off x="0" y="694824"/>
                <a:ext cx="9144000" cy="742090"/>
              </a:xfrm>
              <a:prstGeom prst="rect">
                <a:avLst/>
              </a:prstGeom>
              <a:gradFill flip="none" rotWithShape="1">
                <a:gsLst>
                  <a:gs pos="21000">
                    <a:srgbClr val="7DC8DF"/>
                  </a:gs>
                  <a:gs pos="100000">
                    <a:srgbClr val="6699FF"/>
                  </a:gs>
                </a:gsLst>
                <a:lin ang="5400000" scaled="1"/>
                <a:tileRect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indent="-342900" algn="ctr" fontAlgn="auto"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defRPr/>
                </a:pPr>
                <a:endParaRPr lang="da-DK" sz="1600" b="1" kern="0" noProof="1">
                  <a:solidFill>
                    <a:srgbClr val="FFFFFF"/>
                  </a:solidFill>
                  <a:latin typeface="Arial" pitchFamily="34" charset="0"/>
                  <a:ea typeface="ＭＳ Ｐゴシック" pitchFamily="-97" charset="-128"/>
                </a:endParaRPr>
              </a:p>
            </p:txBody>
          </p:sp>
          <p:sp>
            <p:nvSpPr>
              <p:cNvPr id="54" name="Rectangle 5"/>
              <p:cNvSpPr txBox="1">
                <a:spLocks noChangeArrowheads="1"/>
              </p:cNvSpPr>
              <p:nvPr/>
            </p:nvSpPr>
            <p:spPr bwMode="gray">
              <a:xfrm>
                <a:off x="862836" y="802976"/>
                <a:ext cx="6001101" cy="6000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rIns="0" anchor="ctr"/>
              <a:lstStyle/>
              <a:p>
                <a:pPr defTabSz="914400" eaLnBrk="0" hangingPunct="0">
                  <a:lnSpc>
                    <a:spcPct val="95000"/>
                  </a:lnSpc>
                </a:pPr>
                <a:r>
                  <a:rPr lang="en-US" sz="2800" b="1" dirty="0">
                    <a:solidFill>
                      <a:schemeClr val="bg1"/>
                    </a:solidFill>
                    <a:latin typeface="Trebuchet MS" pitchFamily="34" charset="0"/>
                  </a:rPr>
                  <a:t>Mentor Module</a:t>
                </a:r>
              </a:p>
            </p:txBody>
          </p:sp>
        </p:grpSp>
        <p:sp>
          <p:nvSpPr>
            <p:cNvPr id="49" name="Rektangel 31"/>
            <p:cNvSpPr>
              <a:spLocks noChangeArrowheads="1"/>
            </p:cNvSpPr>
            <p:nvPr/>
          </p:nvSpPr>
          <p:spPr bwMode="auto">
            <a:xfrm>
              <a:off x="7106014" y="264409"/>
              <a:ext cx="1931111" cy="1148770"/>
            </a:xfrm>
            <a:prstGeom prst="rect">
              <a:avLst/>
            </a:prstGeom>
            <a:gradFill>
              <a:gsLst>
                <a:gs pos="45000">
                  <a:schemeClr val="tx2"/>
                </a:gs>
                <a:gs pos="98000">
                  <a:srgbClr val="D1C39F">
                    <a:alpha val="21000"/>
                  </a:srgbClr>
                </a:gs>
              </a:gsLst>
              <a:lin ang="5400000" scaled="0"/>
            </a:gradFill>
            <a:ln>
              <a:noFill/>
              <a:headEnd/>
              <a:tailE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da-DK" sz="3600" b="1" dirty="0">
                  <a:ln w="12700">
                    <a:solidFill>
                      <a:schemeClr val="tx2">
                        <a:satMod val="155000"/>
                      </a:schemeClr>
                    </a:solidFill>
                    <a:prstDash val="solid"/>
                  </a:ln>
                  <a:solidFill>
                    <a:schemeClr val="accent4">
                      <a:lumMod val="7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Trebuchet MS" pitchFamily="34" charset="0"/>
                  <a:ea typeface="ＭＳ Ｐゴシック" pitchFamily="-97" charset="-128"/>
                </a:rPr>
                <a:t>IMS</a:t>
              </a:r>
              <a:endParaRPr lang="da-DK" sz="3600" dirty="0">
                <a:solidFill>
                  <a:schemeClr val="accent4">
                    <a:lumMod val="75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  <a:latin typeface="Trebuchet MS" pitchFamily="34" charset="0"/>
                <a:ea typeface="ＭＳ Ｐゴシック" pitchFamily="-97" charset="-128"/>
              </a:endParaRPr>
            </a:p>
          </p:txBody>
        </p:sp>
      </p:grpSp>
      <p:pic>
        <p:nvPicPr>
          <p:cNvPr id="2050" name="Picture 2" descr="F:\Golden_Library\04_Icon\1340771832_persona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0074" y="2427338"/>
            <a:ext cx="1017104" cy="1017104"/>
          </a:xfrm>
          <a:prstGeom prst="rect">
            <a:avLst/>
          </a:prstGeom>
          <a:noFill/>
        </p:spPr>
      </p:pic>
      <p:sp>
        <p:nvSpPr>
          <p:cNvPr id="44" name="Flowchart: Process 43"/>
          <p:cNvSpPr/>
          <p:nvPr/>
        </p:nvSpPr>
        <p:spPr>
          <a:xfrm>
            <a:off x="5106898" y="5412127"/>
            <a:ext cx="1143008" cy="428628"/>
          </a:xfrm>
          <a:prstGeom prst="flowChartProcess">
            <a:avLst/>
          </a:prstGeom>
          <a:effectLst>
            <a:outerShdw blurRad="40000" dist="23000" dir="5400000" rotWithShape="0">
              <a:srgbClr val="000000">
                <a:alpha val="35000"/>
              </a:srgbClr>
            </a:outerShdw>
            <a:reflection blurRad="6350" stA="50000" endA="300" endPos="90000" dir="5400000" sy="-100000" algn="bl" rotWithShape="0"/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fontAlgn="auto">
              <a:spcBef>
                <a:spcPts val="0"/>
              </a:spcBef>
              <a:spcAft>
                <a:spcPts val="0"/>
              </a:spcAft>
              <a:defRPr sz="1000"/>
            </a:pPr>
            <a:r>
              <a:rPr lang="en-IN" sz="1200" kern="0" dirty="0">
                <a:solidFill>
                  <a:srgbClr val="000000"/>
                </a:solidFill>
                <a:latin typeface="arial"/>
                <a:cs typeface="arial"/>
              </a:rPr>
              <a:t>Admin Review</a:t>
            </a:r>
          </a:p>
        </p:txBody>
      </p:sp>
      <p:cxnSp>
        <p:nvCxnSpPr>
          <p:cNvPr id="47" name="Elbow Connector 11"/>
          <p:cNvCxnSpPr/>
          <p:nvPr/>
        </p:nvCxnSpPr>
        <p:spPr>
          <a:xfrm>
            <a:off x="779450" y="3652834"/>
            <a:ext cx="2229540" cy="571504"/>
          </a:xfrm>
          <a:prstGeom prst="bentConnector2">
            <a:avLst/>
          </a:prstGeom>
          <a:ln>
            <a:headEnd type="non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2" name="Flowchart: Process 51"/>
          <p:cNvSpPr/>
          <p:nvPr/>
        </p:nvSpPr>
        <p:spPr>
          <a:xfrm>
            <a:off x="2766681" y="4045759"/>
            <a:ext cx="1652919" cy="702366"/>
          </a:xfrm>
          <a:prstGeom prst="flowChartProcess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fontAlgn="auto">
              <a:spcBef>
                <a:spcPts val="0"/>
              </a:spcBef>
              <a:spcAft>
                <a:spcPts val="0"/>
              </a:spcAft>
              <a:defRPr sz="1000"/>
            </a:pPr>
            <a:r>
              <a:rPr lang="en-IN" sz="1200" kern="0" dirty="0">
                <a:solidFill>
                  <a:srgbClr val="000000"/>
                </a:solidFill>
                <a:latin typeface="arial"/>
                <a:cs typeface="arial"/>
              </a:rPr>
              <a:t>Rejected</a:t>
            </a:r>
          </a:p>
        </p:txBody>
      </p:sp>
      <p:grpSp>
        <p:nvGrpSpPr>
          <p:cNvPr id="57" name="Grupper 67"/>
          <p:cNvGrpSpPr>
            <a:grpSpLocks/>
          </p:cNvGrpSpPr>
          <p:nvPr/>
        </p:nvGrpSpPr>
        <p:grpSpPr bwMode="auto">
          <a:xfrm>
            <a:off x="259937" y="4746890"/>
            <a:ext cx="1230934" cy="498179"/>
            <a:chOff x="876300" y="2508250"/>
            <a:chExt cx="344488" cy="498179"/>
          </a:xfrm>
        </p:grpSpPr>
        <p:sp>
          <p:nvSpPr>
            <p:cNvPr id="58" name="Rektangel 11"/>
            <p:cNvSpPr>
              <a:spLocks noChangeArrowheads="1"/>
            </p:cNvSpPr>
            <p:nvPr/>
          </p:nvSpPr>
          <p:spPr bwMode="auto">
            <a:xfrm>
              <a:off x="876300" y="2508250"/>
              <a:ext cx="344488" cy="346075"/>
            </a:xfrm>
            <a:prstGeom prst="rect">
              <a:avLst/>
            </a:prstGeom>
            <a:gradFill rotWithShape="1">
              <a:gsLst>
                <a:gs pos="0">
                  <a:schemeClr val="tx1"/>
                </a:gs>
                <a:gs pos="100000">
                  <a:schemeClr val="bg2"/>
                </a:gs>
              </a:gsLst>
              <a:lin ang="16200000"/>
            </a:gradFill>
            <a:ln w="9525">
              <a:solidFill>
                <a:schemeClr val="bg2">
                  <a:lumMod val="90000"/>
                </a:schemeClr>
              </a:solidFill>
              <a:miter lim="800000"/>
              <a:headEnd/>
              <a:tailEnd/>
            </a:ln>
            <a:effectLst>
              <a:outerShdw blurRad="635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da-DK" sz="1200" dirty="0">
                <a:solidFill>
                  <a:srgbClr val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  <p:sp>
          <p:nvSpPr>
            <p:cNvPr id="61" name="Tekstboks 12"/>
            <p:cNvSpPr txBox="1">
              <a:spLocks noChangeArrowheads="1"/>
            </p:cNvSpPr>
            <p:nvPr/>
          </p:nvSpPr>
          <p:spPr bwMode="auto">
            <a:xfrm>
              <a:off x="890588" y="2544764"/>
              <a:ext cx="32226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63500" algn="tl" rotWithShape="0">
                <a:srgbClr val="000000">
                  <a:alpha val="74998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da-DK" sz="1200" dirty="0">
                  <a:solidFill>
                    <a:srgbClr val="171717"/>
                  </a:solidFill>
                  <a:latin typeface="Arial" pitchFamily="34" charset="0"/>
                  <a:ea typeface="ＭＳ Ｐゴシック" pitchFamily="-97" charset="-128"/>
                </a:rPr>
                <a:t>Mentor Added to System</a:t>
              </a:r>
            </a:p>
          </p:txBody>
        </p:sp>
      </p:grpSp>
      <p:grpSp>
        <p:nvGrpSpPr>
          <p:cNvPr id="62" name="Grupper 67"/>
          <p:cNvGrpSpPr>
            <a:grpSpLocks/>
          </p:cNvGrpSpPr>
          <p:nvPr/>
        </p:nvGrpSpPr>
        <p:grpSpPr bwMode="auto">
          <a:xfrm>
            <a:off x="1318315" y="3463906"/>
            <a:ext cx="1137755" cy="498179"/>
            <a:chOff x="876300" y="2508250"/>
            <a:chExt cx="344488" cy="498179"/>
          </a:xfrm>
        </p:grpSpPr>
        <p:sp>
          <p:nvSpPr>
            <p:cNvPr id="63" name="Rektangel 11"/>
            <p:cNvSpPr>
              <a:spLocks noChangeArrowheads="1"/>
            </p:cNvSpPr>
            <p:nvPr/>
          </p:nvSpPr>
          <p:spPr bwMode="auto">
            <a:xfrm>
              <a:off x="876300" y="2508250"/>
              <a:ext cx="344488" cy="346075"/>
            </a:xfrm>
            <a:prstGeom prst="rect">
              <a:avLst/>
            </a:prstGeom>
            <a:gradFill rotWithShape="1">
              <a:gsLst>
                <a:gs pos="0">
                  <a:schemeClr val="tx1"/>
                </a:gs>
                <a:gs pos="100000">
                  <a:schemeClr val="bg2"/>
                </a:gs>
              </a:gsLst>
              <a:lin ang="16200000"/>
            </a:gradFill>
            <a:ln w="9525">
              <a:solidFill>
                <a:schemeClr val="bg2">
                  <a:lumMod val="90000"/>
                </a:schemeClr>
              </a:solidFill>
              <a:miter lim="800000"/>
              <a:headEnd/>
              <a:tailEnd/>
            </a:ln>
            <a:effectLst>
              <a:outerShdw blurRad="635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da-DK" sz="1200" dirty="0">
                <a:solidFill>
                  <a:srgbClr val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  <p:sp>
          <p:nvSpPr>
            <p:cNvPr id="64" name="Tekstboks 12"/>
            <p:cNvSpPr txBox="1">
              <a:spLocks noChangeArrowheads="1"/>
            </p:cNvSpPr>
            <p:nvPr/>
          </p:nvSpPr>
          <p:spPr bwMode="auto">
            <a:xfrm>
              <a:off x="890588" y="2544764"/>
              <a:ext cx="32226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63500" algn="tl" rotWithShape="0">
                <a:srgbClr val="000000">
                  <a:alpha val="74998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da-DK" sz="1200" dirty="0">
                  <a:solidFill>
                    <a:srgbClr val="171717"/>
                  </a:solidFill>
                  <a:latin typeface="Arial" pitchFamily="34" charset="0"/>
                  <a:ea typeface="ＭＳ Ｐゴシック" pitchFamily="-97" charset="-128"/>
                </a:rPr>
                <a:t>Mentor Assigned to Startup</a:t>
              </a:r>
            </a:p>
          </p:txBody>
        </p:sp>
      </p:grpSp>
      <p:pic>
        <p:nvPicPr>
          <p:cNvPr id="68" name="Picture 3" descr="C:\Users\ashish\AppData\Local\Microsoft\Windows\Temporary Internet Files\Content.IE5\RFCICVOW\MC900431601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518" y="1583635"/>
            <a:ext cx="1050026" cy="1050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9" name="Group 61"/>
          <p:cNvGrpSpPr/>
          <p:nvPr/>
        </p:nvGrpSpPr>
        <p:grpSpPr>
          <a:xfrm>
            <a:off x="2093261" y="2771860"/>
            <a:ext cx="2872439" cy="530142"/>
            <a:chOff x="1441657" y="2928937"/>
            <a:chExt cx="5041029" cy="449284"/>
          </a:xfrm>
        </p:grpSpPr>
        <p:sp>
          <p:nvSpPr>
            <p:cNvPr id="70" name="Rektangel 34"/>
            <p:cNvSpPr>
              <a:spLocks noChangeArrowheads="1"/>
            </p:cNvSpPr>
            <p:nvPr/>
          </p:nvSpPr>
          <p:spPr bwMode="auto">
            <a:xfrm>
              <a:off x="1441657" y="2928937"/>
              <a:ext cx="4997401" cy="449284"/>
            </a:xfrm>
            <a:prstGeom prst="rect">
              <a:avLst/>
            </a:prstGeom>
            <a:gradFill rotWithShape="1">
              <a:gsLst>
                <a:gs pos="0">
                  <a:schemeClr val="bg2"/>
                </a:gs>
                <a:gs pos="100000">
                  <a:schemeClr val="tx1"/>
                </a:gs>
              </a:gsLst>
              <a:lin ang="16200000"/>
            </a:gradFill>
            <a:ln w="9525">
              <a:noFill/>
              <a:miter lim="800000"/>
              <a:headEnd/>
              <a:tailEnd/>
            </a:ln>
            <a:effectLst>
              <a:outerShdw blurRad="635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da-DK" sz="1200" dirty="0">
                <a:solidFill>
                  <a:srgbClr val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  <p:sp>
          <p:nvSpPr>
            <p:cNvPr id="71" name="Tekstboks 48"/>
            <p:cNvSpPr txBox="1">
              <a:spLocks noChangeArrowheads="1"/>
            </p:cNvSpPr>
            <p:nvPr/>
          </p:nvSpPr>
          <p:spPr bwMode="auto">
            <a:xfrm>
              <a:off x="1485284" y="2970207"/>
              <a:ext cx="4997402" cy="391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 dirty="0">
                  <a:solidFill>
                    <a:srgbClr val="171717"/>
                  </a:solidFill>
                </a:rPr>
                <a:t>Mentor tracks startup progress</a:t>
              </a:r>
            </a:p>
            <a:p>
              <a:pPr algn="ctr"/>
              <a:r>
                <a:rPr lang="en-IN" sz="1200" dirty="0">
                  <a:solidFill>
                    <a:srgbClr val="171717"/>
                  </a:solidFill>
                </a:rPr>
                <a:t>and updates incubation status</a:t>
              </a:r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5087295" y="2564848"/>
            <a:ext cx="1319026" cy="1219200"/>
            <a:chOff x="3928835" y="4118113"/>
            <a:chExt cx="1319026" cy="1219200"/>
          </a:xfrm>
        </p:grpSpPr>
        <p:pic>
          <p:nvPicPr>
            <p:cNvPr id="2051" name="Picture 3" descr="F:\Golden_Library\04_Icon\128\1342414942_mycomputer.pn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028661" y="4118113"/>
              <a:ext cx="1219200" cy="1219200"/>
            </a:xfrm>
            <a:prstGeom prst="rect">
              <a:avLst/>
            </a:prstGeom>
            <a:noFill/>
          </p:spPr>
        </p:pic>
        <p:sp>
          <p:nvSpPr>
            <p:cNvPr id="76" name="Tekstboks 12"/>
            <p:cNvSpPr txBox="1">
              <a:spLocks noChangeArrowheads="1"/>
            </p:cNvSpPr>
            <p:nvPr/>
          </p:nvSpPr>
          <p:spPr bwMode="auto">
            <a:xfrm>
              <a:off x="3928835" y="4363762"/>
              <a:ext cx="1151515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63500" algn="tl" rotWithShape="0">
                <a:srgbClr val="000000">
                  <a:alpha val="74998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da-DK" sz="12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Arial" pitchFamily="34" charset="0"/>
                  <a:ea typeface="ＭＳ Ｐゴシック" pitchFamily="-97" charset="-128"/>
                </a:rPr>
                <a:t>IMS</a:t>
              </a:r>
              <a:endParaRPr lang="da-DK" sz="1200" dirty="0">
                <a:solidFill>
                  <a:srgbClr val="171717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</p:grpSp>
      <p:cxnSp>
        <p:nvCxnSpPr>
          <p:cNvPr id="88" name="Straight Arrow Connector 87"/>
          <p:cNvCxnSpPr/>
          <p:nvPr/>
        </p:nvCxnSpPr>
        <p:spPr>
          <a:xfrm rot="16200000" flipV="1">
            <a:off x="5529664" y="2490388"/>
            <a:ext cx="252390" cy="2365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3" name="Elbow Connector 102"/>
          <p:cNvCxnSpPr>
            <a:stCxn id="2051" idx="3"/>
          </p:cNvCxnSpPr>
          <p:nvPr/>
        </p:nvCxnSpPr>
        <p:spPr>
          <a:xfrm flipH="1">
            <a:off x="6299200" y="3174448"/>
            <a:ext cx="107121" cy="2438952"/>
          </a:xfrm>
          <a:prstGeom prst="bentConnector4">
            <a:avLst>
              <a:gd name="adj1" fmla="val -1719085"/>
              <a:gd name="adj2" fmla="val 98947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8" name="Straight Arrow Connector 137"/>
          <p:cNvCxnSpPr/>
          <p:nvPr/>
        </p:nvCxnSpPr>
        <p:spPr>
          <a:xfrm rot="16200000" flipV="1">
            <a:off x="5529663" y="6033688"/>
            <a:ext cx="252390" cy="2365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1" name="Elbow Connector 130"/>
          <p:cNvCxnSpPr/>
          <p:nvPr/>
        </p:nvCxnSpPr>
        <p:spPr>
          <a:xfrm flipV="1">
            <a:off x="4254500" y="3670300"/>
            <a:ext cx="1409700" cy="698500"/>
          </a:xfrm>
          <a:prstGeom prst="bentConnector3">
            <a:avLst>
              <a:gd name="adj1" fmla="val 100450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0" name="Shape 99"/>
          <p:cNvCxnSpPr>
            <a:stCxn id="2050" idx="2"/>
          </p:cNvCxnSpPr>
          <p:nvPr/>
        </p:nvCxnSpPr>
        <p:spPr>
          <a:xfrm rot="16200000" flipH="1">
            <a:off x="1820784" y="2392284"/>
            <a:ext cx="2194358" cy="429867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/>
          <p:nvPr/>
        </p:nvCxnSpPr>
        <p:spPr>
          <a:xfrm rot="10800000">
            <a:off x="1384300" y="2984500"/>
            <a:ext cx="4165600" cy="15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13" name="Group 60"/>
          <p:cNvGrpSpPr/>
          <p:nvPr/>
        </p:nvGrpSpPr>
        <p:grpSpPr>
          <a:xfrm>
            <a:off x="2934704" y="1768433"/>
            <a:ext cx="5520938" cy="560021"/>
            <a:chOff x="961748" y="2500313"/>
            <a:chExt cx="5520938" cy="354012"/>
          </a:xfrm>
        </p:grpSpPr>
        <p:sp>
          <p:nvSpPr>
            <p:cNvPr id="31" name="Rektangel 30"/>
            <p:cNvSpPr>
              <a:spLocks noChangeArrowheads="1"/>
            </p:cNvSpPr>
            <p:nvPr/>
          </p:nvSpPr>
          <p:spPr bwMode="auto">
            <a:xfrm>
              <a:off x="1441657" y="2500313"/>
              <a:ext cx="4997401" cy="354012"/>
            </a:xfrm>
            <a:prstGeom prst="rect">
              <a:avLst/>
            </a:prstGeom>
            <a:gradFill rotWithShape="1">
              <a:gsLst>
                <a:gs pos="0">
                  <a:schemeClr val="bg2"/>
                </a:gs>
                <a:gs pos="100000">
                  <a:schemeClr val="tx1"/>
                </a:gs>
              </a:gsLst>
              <a:lin ang="16200000"/>
            </a:gradFill>
            <a:ln w="9525">
              <a:noFill/>
              <a:miter lim="800000"/>
              <a:headEnd/>
              <a:tailEnd/>
            </a:ln>
            <a:effectLst>
              <a:outerShdw blurRad="635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da-DK" sz="1200" dirty="0">
                <a:solidFill>
                  <a:srgbClr val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  <p:sp>
          <p:nvSpPr>
            <p:cNvPr id="22544" name="Tekstboks 44"/>
            <p:cNvSpPr txBox="1">
              <a:spLocks noChangeArrowheads="1"/>
            </p:cNvSpPr>
            <p:nvPr/>
          </p:nvSpPr>
          <p:spPr bwMode="auto">
            <a:xfrm>
              <a:off x="1485285" y="2540000"/>
              <a:ext cx="4997401" cy="2918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200" dirty="0">
                  <a:solidFill>
                    <a:srgbClr val="171717"/>
                  </a:solidFill>
                </a:rPr>
                <a:t xml:space="preserve">Vendor submits registration form </a:t>
              </a:r>
              <a:r>
                <a:rPr lang="en-IN" sz="1200" dirty="0">
                  <a:solidFill>
                    <a:srgbClr val="171717"/>
                  </a:solidFill>
                </a:rPr>
                <a:t>Man power requirement By submitting the MPR form through IMS</a:t>
              </a:r>
            </a:p>
          </p:txBody>
        </p:sp>
        <p:grpSp>
          <p:nvGrpSpPr>
            <p:cNvPr id="15" name="Gruppe 85"/>
            <p:cNvGrpSpPr>
              <a:grpSpLocks/>
            </p:cNvGrpSpPr>
            <p:nvPr/>
          </p:nvGrpSpPr>
          <p:grpSpPr bwMode="auto">
            <a:xfrm>
              <a:off x="961748" y="2511425"/>
              <a:ext cx="430332" cy="342900"/>
              <a:chOff x="876300" y="2511425"/>
              <a:chExt cx="344488" cy="342900"/>
            </a:xfrm>
          </p:grpSpPr>
          <p:sp>
            <p:nvSpPr>
              <p:cNvPr id="8" name="Rektangel 7"/>
              <p:cNvSpPr>
                <a:spLocks noChangeArrowheads="1"/>
              </p:cNvSpPr>
              <p:nvPr/>
            </p:nvSpPr>
            <p:spPr bwMode="auto">
              <a:xfrm>
                <a:off x="876300" y="2511425"/>
                <a:ext cx="344488" cy="342900"/>
              </a:xfrm>
              <a:prstGeom prst="rect">
                <a:avLst/>
              </a:prstGeom>
              <a:gradFill rotWithShape="1">
                <a:gsLst>
                  <a:gs pos="0">
                    <a:srgbClr val="002060"/>
                  </a:gs>
                  <a:gs pos="100000">
                    <a:srgbClr val="1F88C8"/>
                  </a:gs>
                </a:gsLst>
                <a:lin ang="16200000"/>
              </a:gradFill>
              <a:ln w="9525">
                <a:solidFill>
                  <a:schemeClr val="accent3">
                    <a:lumMod val="50000"/>
                  </a:schemeClr>
                </a:solidFill>
                <a:miter lim="800000"/>
                <a:headEnd/>
                <a:tailEnd/>
              </a:ln>
              <a:effectLst>
                <a:outerShdw blurRad="63500" dist="23000" dir="5400000" rotWithShape="0">
                  <a:srgbClr val="00000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indent="-342900" algn="ctr" defTabSz="914400" fontAlgn="auto"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defRPr/>
                </a:pPr>
                <a:endParaRPr lang="da-DK" sz="1400" b="1" kern="0" noProof="1">
                  <a:solidFill>
                    <a:sysClr val="window" lastClr="FFFFFF"/>
                  </a:solidFill>
                  <a:latin typeface="Arial" pitchFamily="34" charset="0"/>
                  <a:ea typeface="ＭＳ Ｐゴシック" pitchFamily="-97" charset="-128"/>
                </a:endParaRPr>
              </a:p>
            </p:txBody>
          </p:sp>
          <p:sp>
            <p:nvSpPr>
              <p:cNvPr id="85" name="Tekstboks 84"/>
              <p:cNvSpPr txBox="1">
                <a:spLocks noChangeArrowheads="1"/>
              </p:cNvSpPr>
              <p:nvPr/>
            </p:nvSpPr>
            <p:spPr bwMode="auto">
              <a:xfrm>
                <a:off x="890588" y="2547938"/>
                <a:ext cx="322262" cy="2746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blurRad="63500" dist="23000" dir="5400000" rotWithShape="0">
                  <a:srgbClr val="00000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indent="-342900" algn="ctr">
                  <a:defRPr/>
                </a:pPr>
                <a:r>
                  <a:rPr lang="da-DK" sz="1200" noProof="1">
                    <a:solidFill>
                      <a:srgbClr val="FFFFFF"/>
                    </a:solidFill>
                    <a:latin typeface="Arial" pitchFamily="34" charset="0"/>
                    <a:ea typeface="ＭＳ Ｐゴシック" pitchFamily="-97" charset="-128"/>
                  </a:rPr>
                  <a:t>1</a:t>
                </a:r>
              </a:p>
            </p:txBody>
          </p:sp>
        </p:grpSp>
      </p:grpSp>
      <p:sp>
        <p:nvSpPr>
          <p:cNvPr id="2150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SimSun" pitchFamily="2" charset="-122"/>
                <a:cs typeface="Arial" pitchFamily="34" charset="0"/>
              </a:rPr>
              <a:t>Description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SimSun" pitchFamily="2" charset="-122"/>
                <a:cs typeface="Arial" pitchFamily="34" charset="0"/>
              </a:rPr>
              <a:t>Description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6" name="Group 53"/>
          <p:cNvGrpSpPr/>
          <p:nvPr/>
        </p:nvGrpSpPr>
        <p:grpSpPr>
          <a:xfrm>
            <a:off x="0" y="264409"/>
            <a:ext cx="9144000" cy="1172505"/>
            <a:chOff x="0" y="264409"/>
            <a:chExt cx="9144000" cy="1172505"/>
          </a:xfrm>
        </p:grpSpPr>
        <p:grpSp>
          <p:nvGrpSpPr>
            <p:cNvPr id="17" name="Group 57"/>
            <p:cNvGrpSpPr/>
            <p:nvPr/>
          </p:nvGrpSpPr>
          <p:grpSpPr>
            <a:xfrm>
              <a:off x="0" y="694824"/>
              <a:ext cx="9144000" cy="742090"/>
              <a:chOff x="0" y="694824"/>
              <a:chExt cx="9144000" cy="742090"/>
            </a:xfrm>
            <a:effectLst>
              <a:reflection blurRad="6350" stA="50000" endA="300" endPos="55000" dir="5400000" sy="-100000" algn="bl" rotWithShape="0"/>
            </a:effectLst>
          </p:grpSpPr>
          <p:sp>
            <p:nvSpPr>
              <p:cNvPr id="50" name="Rektangel 2"/>
              <p:cNvSpPr>
                <a:spLocks noChangeArrowheads="1"/>
              </p:cNvSpPr>
              <p:nvPr/>
            </p:nvSpPr>
            <p:spPr bwMode="auto">
              <a:xfrm>
                <a:off x="0" y="694824"/>
                <a:ext cx="9144000" cy="742090"/>
              </a:xfrm>
              <a:prstGeom prst="rect">
                <a:avLst/>
              </a:prstGeom>
              <a:gradFill flip="none" rotWithShape="1">
                <a:gsLst>
                  <a:gs pos="21000">
                    <a:srgbClr val="7DC8DF"/>
                  </a:gs>
                  <a:gs pos="100000">
                    <a:srgbClr val="6699FF"/>
                  </a:gs>
                </a:gsLst>
                <a:lin ang="5400000" scaled="1"/>
                <a:tileRect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indent="-342900" algn="ctr" fontAlgn="auto"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defRPr/>
                </a:pPr>
                <a:endParaRPr lang="da-DK" sz="1600" b="1" kern="0" noProof="1">
                  <a:solidFill>
                    <a:srgbClr val="FFFFFF"/>
                  </a:solidFill>
                  <a:latin typeface="Arial" pitchFamily="34" charset="0"/>
                  <a:ea typeface="ＭＳ Ｐゴシック" pitchFamily="-97" charset="-128"/>
                </a:endParaRPr>
              </a:p>
            </p:txBody>
          </p:sp>
          <p:sp>
            <p:nvSpPr>
              <p:cNvPr id="54" name="Rectangle 5"/>
              <p:cNvSpPr txBox="1">
                <a:spLocks noChangeArrowheads="1"/>
              </p:cNvSpPr>
              <p:nvPr/>
            </p:nvSpPr>
            <p:spPr bwMode="gray">
              <a:xfrm>
                <a:off x="862836" y="802976"/>
                <a:ext cx="6001101" cy="6000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rIns="0" anchor="ctr"/>
              <a:lstStyle/>
              <a:p>
                <a:pPr defTabSz="914400" eaLnBrk="0" hangingPunct="0">
                  <a:lnSpc>
                    <a:spcPct val="95000"/>
                  </a:lnSpc>
                </a:pPr>
                <a:r>
                  <a:rPr lang="en-US" sz="2800" b="1" dirty="0">
                    <a:solidFill>
                      <a:schemeClr val="bg1"/>
                    </a:solidFill>
                    <a:latin typeface="Trebuchet MS" pitchFamily="34" charset="0"/>
                  </a:rPr>
                  <a:t>Vendor Module</a:t>
                </a:r>
              </a:p>
            </p:txBody>
          </p:sp>
        </p:grpSp>
        <p:sp>
          <p:nvSpPr>
            <p:cNvPr id="49" name="Rektangel 31"/>
            <p:cNvSpPr>
              <a:spLocks noChangeArrowheads="1"/>
            </p:cNvSpPr>
            <p:nvPr/>
          </p:nvSpPr>
          <p:spPr bwMode="auto">
            <a:xfrm>
              <a:off x="7106014" y="264409"/>
              <a:ext cx="1931111" cy="1148770"/>
            </a:xfrm>
            <a:prstGeom prst="rect">
              <a:avLst/>
            </a:prstGeom>
            <a:gradFill>
              <a:gsLst>
                <a:gs pos="45000">
                  <a:schemeClr val="tx2"/>
                </a:gs>
                <a:gs pos="98000">
                  <a:srgbClr val="D1C39F">
                    <a:alpha val="21000"/>
                  </a:srgbClr>
                </a:gs>
              </a:gsLst>
              <a:lin ang="5400000" scaled="0"/>
            </a:gradFill>
            <a:ln>
              <a:noFill/>
              <a:headEnd/>
              <a:tailE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da-DK" sz="3600" b="1" dirty="0">
                  <a:ln w="12700">
                    <a:solidFill>
                      <a:schemeClr val="tx2">
                        <a:satMod val="155000"/>
                      </a:schemeClr>
                    </a:solidFill>
                    <a:prstDash val="solid"/>
                  </a:ln>
                  <a:solidFill>
                    <a:schemeClr val="accent4">
                      <a:lumMod val="7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Trebuchet MS" pitchFamily="34" charset="0"/>
                  <a:ea typeface="ＭＳ Ｐゴシック" pitchFamily="-97" charset="-128"/>
                </a:rPr>
                <a:t>IMS</a:t>
              </a:r>
              <a:endParaRPr lang="da-DK" sz="3600" dirty="0">
                <a:solidFill>
                  <a:schemeClr val="accent4">
                    <a:lumMod val="75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  <a:latin typeface="Trebuchet MS" pitchFamily="34" charset="0"/>
                <a:ea typeface="ＭＳ Ｐゴシック" pitchFamily="-97" charset="-128"/>
              </a:endParaRPr>
            </a:p>
          </p:txBody>
        </p:sp>
      </p:grpSp>
      <p:pic>
        <p:nvPicPr>
          <p:cNvPr id="2050" name="Picture 2" descr="F:\Golden_Library\04_Icon\1340771832_persona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0074" y="2427338"/>
            <a:ext cx="1017104" cy="1017104"/>
          </a:xfrm>
          <a:prstGeom prst="rect">
            <a:avLst/>
          </a:prstGeom>
          <a:noFill/>
        </p:spPr>
      </p:pic>
      <p:sp>
        <p:nvSpPr>
          <p:cNvPr id="44" name="Flowchart: Process 43"/>
          <p:cNvSpPr/>
          <p:nvPr/>
        </p:nvSpPr>
        <p:spPr>
          <a:xfrm>
            <a:off x="5106898" y="5412127"/>
            <a:ext cx="1143008" cy="428628"/>
          </a:xfrm>
          <a:prstGeom prst="flowChartProcess">
            <a:avLst/>
          </a:prstGeom>
          <a:effectLst>
            <a:outerShdw blurRad="40000" dist="23000" dir="5400000" rotWithShape="0">
              <a:srgbClr val="000000">
                <a:alpha val="35000"/>
              </a:srgbClr>
            </a:outerShdw>
            <a:reflection blurRad="6350" stA="50000" endA="300" endPos="90000" dir="5400000" sy="-100000" algn="bl" rotWithShape="0"/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fontAlgn="auto">
              <a:spcBef>
                <a:spcPts val="0"/>
              </a:spcBef>
              <a:spcAft>
                <a:spcPts val="0"/>
              </a:spcAft>
              <a:defRPr sz="1000"/>
            </a:pPr>
            <a:r>
              <a:rPr lang="en-IN" sz="1200" kern="0" dirty="0">
                <a:solidFill>
                  <a:srgbClr val="000000"/>
                </a:solidFill>
                <a:latin typeface="arial"/>
                <a:cs typeface="arial"/>
              </a:rPr>
              <a:t>Admin Reviews Profile</a:t>
            </a:r>
          </a:p>
        </p:txBody>
      </p:sp>
      <p:cxnSp>
        <p:nvCxnSpPr>
          <p:cNvPr id="47" name="Elbow Connector 11"/>
          <p:cNvCxnSpPr/>
          <p:nvPr/>
        </p:nvCxnSpPr>
        <p:spPr>
          <a:xfrm>
            <a:off x="779450" y="3652834"/>
            <a:ext cx="2229540" cy="571504"/>
          </a:xfrm>
          <a:prstGeom prst="bentConnector2">
            <a:avLst/>
          </a:prstGeom>
          <a:ln>
            <a:headEnd type="non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2" name="Flowchart: Process 51"/>
          <p:cNvSpPr/>
          <p:nvPr/>
        </p:nvSpPr>
        <p:spPr>
          <a:xfrm>
            <a:off x="2766681" y="4045759"/>
            <a:ext cx="1652919" cy="702366"/>
          </a:xfrm>
          <a:prstGeom prst="flowChartProcess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fontAlgn="auto">
              <a:spcBef>
                <a:spcPts val="0"/>
              </a:spcBef>
              <a:spcAft>
                <a:spcPts val="0"/>
              </a:spcAft>
              <a:defRPr sz="1000"/>
            </a:pPr>
            <a:r>
              <a:rPr lang="en-IN" sz="1200" kern="0" dirty="0">
                <a:solidFill>
                  <a:srgbClr val="000000"/>
                </a:solidFill>
                <a:latin typeface="arial"/>
                <a:cs typeface="arial"/>
              </a:rPr>
              <a:t>Rejected</a:t>
            </a:r>
          </a:p>
        </p:txBody>
      </p:sp>
      <p:grpSp>
        <p:nvGrpSpPr>
          <p:cNvPr id="57" name="Grupper 67"/>
          <p:cNvGrpSpPr>
            <a:grpSpLocks/>
          </p:cNvGrpSpPr>
          <p:nvPr/>
        </p:nvGrpSpPr>
        <p:grpSpPr bwMode="auto">
          <a:xfrm>
            <a:off x="259937" y="4746890"/>
            <a:ext cx="1230934" cy="498179"/>
            <a:chOff x="876300" y="2508250"/>
            <a:chExt cx="344488" cy="498179"/>
          </a:xfrm>
        </p:grpSpPr>
        <p:sp>
          <p:nvSpPr>
            <p:cNvPr id="58" name="Rektangel 11"/>
            <p:cNvSpPr>
              <a:spLocks noChangeArrowheads="1"/>
            </p:cNvSpPr>
            <p:nvPr/>
          </p:nvSpPr>
          <p:spPr bwMode="auto">
            <a:xfrm>
              <a:off x="876300" y="2508250"/>
              <a:ext cx="344488" cy="346075"/>
            </a:xfrm>
            <a:prstGeom prst="rect">
              <a:avLst/>
            </a:prstGeom>
            <a:gradFill rotWithShape="1">
              <a:gsLst>
                <a:gs pos="0">
                  <a:schemeClr val="tx1"/>
                </a:gs>
                <a:gs pos="100000">
                  <a:schemeClr val="bg2"/>
                </a:gs>
              </a:gsLst>
              <a:lin ang="16200000"/>
            </a:gradFill>
            <a:ln w="9525">
              <a:solidFill>
                <a:schemeClr val="bg2">
                  <a:lumMod val="90000"/>
                </a:schemeClr>
              </a:solidFill>
              <a:miter lim="800000"/>
              <a:headEnd/>
              <a:tailEnd/>
            </a:ln>
            <a:effectLst>
              <a:outerShdw blurRad="635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da-DK" sz="1200" dirty="0">
                <a:solidFill>
                  <a:srgbClr val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  <p:sp>
          <p:nvSpPr>
            <p:cNvPr id="61" name="Tekstboks 12"/>
            <p:cNvSpPr txBox="1">
              <a:spLocks noChangeArrowheads="1"/>
            </p:cNvSpPr>
            <p:nvPr/>
          </p:nvSpPr>
          <p:spPr bwMode="auto">
            <a:xfrm>
              <a:off x="890588" y="2544764"/>
              <a:ext cx="32226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63500" algn="tl" rotWithShape="0">
                <a:srgbClr val="000000">
                  <a:alpha val="74998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da-DK" sz="1200" dirty="0">
                  <a:solidFill>
                    <a:srgbClr val="171717"/>
                  </a:solidFill>
                  <a:latin typeface="Arial" pitchFamily="34" charset="0"/>
                  <a:ea typeface="ＭＳ Ｐゴシック" pitchFamily="-97" charset="-128"/>
                </a:rPr>
                <a:t>Vendor Approved &amp; Listed</a:t>
              </a:r>
            </a:p>
          </p:txBody>
        </p:sp>
      </p:grpSp>
      <p:grpSp>
        <p:nvGrpSpPr>
          <p:cNvPr id="62" name="Grupper 67"/>
          <p:cNvGrpSpPr>
            <a:grpSpLocks/>
          </p:cNvGrpSpPr>
          <p:nvPr/>
        </p:nvGrpSpPr>
        <p:grpSpPr bwMode="auto">
          <a:xfrm>
            <a:off x="1318315" y="3463906"/>
            <a:ext cx="1137755" cy="498179"/>
            <a:chOff x="876300" y="2508250"/>
            <a:chExt cx="344488" cy="498179"/>
          </a:xfrm>
        </p:grpSpPr>
        <p:sp>
          <p:nvSpPr>
            <p:cNvPr id="63" name="Rektangel 11"/>
            <p:cNvSpPr>
              <a:spLocks noChangeArrowheads="1"/>
            </p:cNvSpPr>
            <p:nvPr/>
          </p:nvSpPr>
          <p:spPr bwMode="auto">
            <a:xfrm>
              <a:off x="876300" y="2508250"/>
              <a:ext cx="344488" cy="346075"/>
            </a:xfrm>
            <a:prstGeom prst="rect">
              <a:avLst/>
            </a:prstGeom>
            <a:gradFill rotWithShape="1">
              <a:gsLst>
                <a:gs pos="0">
                  <a:schemeClr val="tx1"/>
                </a:gs>
                <a:gs pos="100000">
                  <a:schemeClr val="bg2"/>
                </a:gs>
              </a:gsLst>
              <a:lin ang="16200000"/>
            </a:gradFill>
            <a:ln w="9525">
              <a:solidFill>
                <a:schemeClr val="bg2">
                  <a:lumMod val="90000"/>
                </a:schemeClr>
              </a:solidFill>
              <a:miter lim="800000"/>
              <a:headEnd/>
              <a:tailEnd/>
            </a:ln>
            <a:effectLst>
              <a:outerShdw blurRad="635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da-DK" sz="1200" dirty="0">
                <a:solidFill>
                  <a:srgbClr val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  <p:sp>
          <p:nvSpPr>
            <p:cNvPr id="64" name="Tekstboks 12"/>
            <p:cNvSpPr txBox="1">
              <a:spLocks noChangeArrowheads="1"/>
            </p:cNvSpPr>
            <p:nvPr/>
          </p:nvSpPr>
          <p:spPr bwMode="auto">
            <a:xfrm>
              <a:off x="890588" y="2544764"/>
              <a:ext cx="32226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63500" algn="tl" rotWithShape="0">
                <a:srgbClr val="000000">
                  <a:alpha val="74998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da-DK" sz="1200" dirty="0">
                  <a:solidFill>
                    <a:srgbClr val="171717"/>
                  </a:solidFill>
                  <a:latin typeface="Arial" pitchFamily="34" charset="0"/>
                  <a:ea typeface="ＭＳ Ｐゴシック" pitchFamily="-97" charset="-128"/>
                </a:rPr>
                <a:t>Startups Discover Vendors</a:t>
              </a:r>
            </a:p>
          </p:txBody>
        </p:sp>
      </p:grpSp>
      <p:pic>
        <p:nvPicPr>
          <p:cNvPr id="68" name="Picture 3" descr="C:\Users\ashish\AppData\Local\Microsoft\Windows\Temporary Internet Files\Content.IE5\RFCICVOW\MC900431601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518" y="1583635"/>
            <a:ext cx="1050026" cy="1050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9" name="Group 61"/>
          <p:cNvGrpSpPr/>
          <p:nvPr/>
        </p:nvGrpSpPr>
        <p:grpSpPr>
          <a:xfrm>
            <a:off x="2093261" y="2771860"/>
            <a:ext cx="2872439" cy="530142"/>
            <a:chOff x="1441657" y="2928937"/>
            <a:chExt cx="5041029" cy="449284"/>
          </a:xfrm>
        </p:grpSpPr>
        <p:sp>
          <p:nvSpPr>
            <p:cNvPr id="70" name="Rektangel 34"/>
            <p:cNvSpPr>
              <a:spLocks noChangeArrowheads="1"/>
            </p:cNvSpPr>
            <p:nvPr/>
          </p:nvSpPr>
          <p:spPr bwMode="auto">
            <a:xfrm>
              <a:off x="1441657" y="2928937"/>
              <a:ext cx="4997401" cy="449284"/>
            </a:xfrm>
            <a:prstGeom prst="rect">
              <a:avLst/>
            </a:prstGeom>
            <a:gradFill rotWithShape="1">
              <a:gsLst>
                <a:gs pos="0">
                  <a:schemeClr val="bg2"/>
                </a:gs>
                <a:gs pos="100000">
                  <a:schemeClr val="tx1"/>
                </a:gs>
              </a:gsLst>
              <a:lin ang="16200000"/>
            </a:gradFill>
            <a:ln w="9525">
              <a:noFill/>
              <a:miter lim="800000"/>
              <a:headEnd/>
              <a:tailEnd/>
            </a:ln>
            <a:effectLst>
              <a:outerShdw blurRad="635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da-DK" sz="1200" dirty="0">
                <a:solidFill>
                  <a:srgbClr val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  <p:sp>
          <p:nvSpPr>
            <p:cNvPr id="71" name="Tekstboks 48"/>
            <p:cNvSpPr txBox="1">
              <a:spLocks noChangeArrowheads="1"/>
            </p:cNvSpPr>
            <p:nvPr/>
          </p:nvSpPr>
          <p:spPr bwMode="auto">
            <a:xfrm>
              <a:off x="1485284" y="2970207"/>
              <a:ext cx="4997402" cy="391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 dirty="0">
                  <a:solidFill>
                    <a:srgbClr val="171717"/>
                  </a:solidFill>
                </a:rPr>
                <a:t>Startups engage vendors directly</a:t>
              </a:r>
            </a:p>
            <a:p>
              <a:pPr algn="ctr"/>
              <a:r>
                <a:rPr lang="en-IN" sz="1200" dirty="0">
                  <a:solidFill>
                    <a:srgbClr val="171717"/>
                  </a:solidFill>
                </a:rPr>
                <a:t>through the IMS marketplace</a:t>
              </a:r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5087295" y="2564848"/>
            <a:ext cx="1319026" cy="1219200"/>
            <a:chOff x="3928835" y="4118113"/>
            <a:chExt cx="1319026" cy="1219200"/>
          </a:xfrm>
        </p:grpSpPr>
        <p:pic>
          <p:nvPicPr>
            <p:cNvPr id="2051" name="Picture 3" descr="F:\Golden_Library\04_Icon\128\1342414942_mycomputer.pn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028661" y="4118113"/>
              <a:ext cx="1219200" cy="1219200"/>
            </a:xfrm>
            <a:prstGeom prst="rect">
              <a:avLst/>
            </a:prstGeom>
            <a:noFill/>
          </p:spPr>
        </p:pic>
        <p:sp>
          <p:nvSpPr>
            <p:cNvPr id="76" name="Tekstboks 12"/>
            <p:cNvSpPr txBox="1">
              <a:spLocks noChangeArrowheads="1"/>
            </p:cNvSpPr>
            <p:nvPr/>
          </p:nvSpPr>
          <p:spPr bwMode="auto">
            <a:xfrm>
              <a:off x="3928835" y="4363762"/>
              <a:ext cx="1151515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63500" algn="tl" rotWithShape="0">
                <a:srgbClr val="000000">
                  <a:alpha val="74998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da-DK" sz="12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Arial" pitchFamily="34" charset="0"/>
                  <a:ea typeface="ＭＳ Ｐゴシック" pitchFamily="-97" charset="-128"/>
                </a:rPr>
                <a:t>IMS</a:t>
              </a:r>
              <a:endParaRPr lang="da-DK" sz="1200" dirty="0">
                <a:solidFill>
                  <a:srgbClr val="171717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</p:grpSp>
      <p:cxnSp>
        <p:nvCxnSpPr>
          <p:cNvPr id="88" name="Straight Arrow Connector 87"/>
          <p:cNvCxnSpPr/>
          <p:nvPr/>
        </p:nvCxnSpPr>
        <p:spPr>
          <a:xfrm rot="16200000" flipV="1">
            <a:off x="5529664" y="2490388"/>
            <a:ext cx="252390" cy="2365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3" name="Elbow Connector 102"/>
          <p:cNvCxnSpPr>
            <a:stCxn id="2051" idx="3"/>
          </p:cNvCxnSpPr>
          <p:nvPr/>
        </p:nvCxnSpPr>
        <p:spPr>
          <a:xfrm flipH="1">
            <a:off x="6299200" y="3174448"/>
            <a:ext cx="107121" cy="2438952"/>
          </a:xfrm>
          <a:prstGeom prst="bentConnector4">
            <a:avLst>
              <a:gd name="adj1" fmla="val -1719085"/>
              <a:gd name="adj2" fmla="val 98947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8" name="Straight Arrow Connector 137"/>
          <p:cNvCxnSpPr/>
          <p:nvPr/>
        </p:nvCxnSpPr>
        <p:spPr>
          <a:xfrm rot="16200000" flipV="1">
            <a:off x="5529663" y="6033688"/>
            <a:ext cx="252390" cy="2365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1" name="Elbow Connector 130"/>
          <p:cNvCxnSpPr/>
          <p:nvPr/>
        </p:nvCxnSpPr>
        <p:spPr>
          <a:xfrm flipV="1">
            <a:off x="4254500" y="3670300"/>
            <a:ext cx="1409700" cy="698500"/>
          </a:xfrm>
          <a:prstGeom prst="bentConnector3">
            <a:avLst>
              <a:gd name="adj1" fmla="val 100450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0" name="Shape 99"/>
          <p:cNvCxnSpPr>
            <a:stCxn id="2050" idx="2"/>
          </p:cNvCxnSpPr>
          <p:nvPr/>
        </p:nvCxnSpPr>
        <p:spPr>
          <a:xfrm rot="16200000" flipH="1">
            <a:off x="1820784" y="2392284"/>
            <a:ext cx="2194358" cy="429867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/>
          <p:nvPr/>
        </p:nvCxnSpPr>
        <p:spPr>
          <a:xfrm rot="10800000">
            <a:off x="1384300" y="2984500"/>
            <a:ext cx="4165600" cy="15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13" name="Group 60"/>
          <p:cNvGrpSpPr/>
          <p:nvPr/>
        </p:nvGrpSpPr>
        <p:grpSpPr>
          <a:xfrm>
            <a:off x="2934704" y="1768433"/>
            <a:ext cx="5520938" cy="560021"/>
            <a:chOff x="961748" y="2500313"/>
            <a:chExt cx="5520938" cy="354012"/>
          </a:xfrm>
        </p:grpSpPr>
        <p:sp>
          <p:nvSpPr>
            <p:cNvPr id="31" name="Rektangel 30"/>
            <p:cNvSpPr>
              <a:spLocks noChangeArrowheads="1"/>
            </p:cNvSpPr>
            <p:nvPr/>
          </p:nvSpPr>
          <p:spPr bwMode="auto">
            <a:xfrm>
              <a:off x="1441657" y="2500313"/>
              <a:ext cx="4997401" cy="354012"/>
            </a:xfrm>
            <a:prstGeom prst="rect">
              <a:avLst/>
            </a:prstGeom>
            <a:gradFill rotWithShape="1">
              <a:gsLst>
                <a:gs pos="0">
                  <a:schemeClr val="bg2"/>
                </a:gs>
                <a:gs pos="100000">
                  <a:schemeClr val="tx1"/>
                </a:gs>
              </a:gsLst>
              <a:lin ang="16200000"/>
            </a:gradFill>
            <a:ln w="9525">
              <a:noFill/>
              <a:miter lim="800000"/>
              <a:headEnd/>
              <a:tailEnd/>
            </a:ln>
            <a:effectLst>
              <a:outerShdw blurRad="635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da-DK" sz="1200" dirty="0">
                <a:solidFill>
                  <a:srgbClr val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  <p:sp>
          <p:nvSpPr>
            <p:cNvPr id="22544" name="Tekstboks 44"/>
            <p:cNvSpPr txBox="1">
              <a:spLocks noChangeArrowheads="1"/>
            </p:cNvSpPr>
            <p:nvPr/>
          </p:nvSpPr>
          <p:spPr bwMode="auto">
            <a:xfrm>
              <a:off x="1485285" y="2540000"/>
              <a:ext cx="4997401" cy="2918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200" dirty="0">
                  <a:solidFill>
                    <a:srgbClr val="171717"/>
                  </a:solidFill>
                </a:rPr>
                <a:t xml:space="preserve">Investor registers on IMS. </a:t>
              </a:r>
              <a:r>
                <a:rPr lang="en-IN" sz="1200" dirty="0">
                  <a:solidFill>
                    <a:srgbClr val="171717"/>
                  </a:solidFill>
                </a:rPr>
                <a:t>Man power requirement By submitting the MPR form through IMS</a:t>
              </a:r>
            </a:p>
          </p:txBody>
        </p:sp>
        <p:grpSp>
          <p:nvGrpSpPr>
            <p:cNvPr id="15" name="Gruppe 85"/>
            <p:cNvGrpSpPr>
              <a:grpSpLocks/>
            </p:cNvGrpSpPr>
            <p:nvPr/>
          </p:nvGrpSpPr>
          <p:grpSpPr bwMode="auto">
            <a:xfrm>
              <a:off x="961748" y="2511425"/>
              <a:ext cx="430332" cy="342900"/>
              <a:chOff x="876300" y="2511425"/>
              <a:chExt cx="344488" cy="342900"/>
            </a:xfrm>
          </p:grpSpPr>
          <p:sp>
            <p:nvSpPr>
              <p:cNvPr id="8" name="Rektangel 7"/>
              <p:cNvSpPr>
                <a:spLocks noChangeArrowheads="1"/>
              </p:cNvSpPr>
              <p:nvPr/>
            </p:nvSpPr>
            <p:spPr bwMode="auto">
              <a:xfrm>
                <a:off x="876300" y="2511425"/>
                <a:ext cx="344488" cy="342900"/>
              </a:xfrm>
              <a:prstGeom prst="rect">
                <a:avLst/>
              </a:prstGeom>
              <a:gradFill rotWithShape="1">
                <a:gsLst>
                  <a:gs pos="0">
                    <a:srgbClr val="002060"/>
                  </a:gs>
                  <a:gs pos="100000">
                    <a:srgbClr val="1F88C8"/>
                  </a:gs>
                </a:gsLst>
                <a:lin ang="16200000"/>
              </a:gradFill>
              <a:ln w="9525">
                <a:solidFill>
                  <a:schemeClr val="accent3">
                    <a:lumMod val="50000"/>
                  </a:schemeClr>
                </a:solidFill>
                <a:miter lim="800000"/>
                <a:headEnd/>
                <a:tailEnd/>
              </a:ln>
              <a:effectLst>
                <a:outerShdw blurRad="63500" dist="23000" dir="5400000" rotWithShape="0">
                  <a:srgbClr val="00000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indent="-342900" algn="ctr" defTabSz="914400" fontAlgn="auto"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defRPr/>
                </a:pPr>
                <a:endParaRPr lang="da-DK" sz="1400" b="1" kern="0" noProof="1">
                  <a:solidFill>
                    <a:sysClr val="window" lastClr="FFFFFF"/>
                  </a:solidFill>
                  <a:latin typeface="Arial" pitchFamily="34" charset="0"/>
                  <a:ea typeface="ＭＳ Ｐゴシック" pitchFamily="-97" charset="-128"/>
                </a:endParaRPr>
              </a:p>
            </p:txBody>
          </p:sp>
          <p:sp>
            <p:nvSpPr>
              <p:cNvPr id="85" name="Tekstboks 84"/>
              <p:cNvSpPr txBox="1">
                <a:spLocks noChangeArrowheads="1"/>
              </p:cNvSpPr>
              <p:nvPr/>
            </p:nvSpPr>
            <p:spPr bwMode="auto">
              <a:xfrm>
                <a:off x="890588" y="2547938"/>
                <a:ext cx="322262" cy="2746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blurRad="63500" dist="23000" dir="5400000" rotWithShape="0">
                  <a:srgbClr val="00000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indent="-342900" algn="ctr">
                  <a:defRPr/>
                </a:pPr>
                <a:r>
                  <a:rPr lang="da-DK" sz="1200" noProof="1">
                    <a:solidFill>
                      <a:srgbClr val="FFFFFF"/>
                    </a:solidFill>
                    <a:latin typeface="Arial" pitchFamily="34" charset="0"/>
                    <a:ea typeface="ＭＳ Ｐゴシック" pitchFamily="-97" charset="-128"/>
                  </a:rPr>
                  <a:t>1</a:t>
                </a:r>
              </a:p>
            </p:txBody>
          </p:sp>
        </p:grpSp>
      </p:grpSp>
      <p:sp>
        <p:nvSpPr>
          <p:cNvPr id="2150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SimSun" pitchFamily="2" charset="-122"/>
                <a:cs typeface="Arial" pitchFamily="34" charset="0"/>
              </a:rPr>
              <a:t>Description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SimSun" pitchFamily="2" charset="-122"/>
                <a:cs typeface="Arial" pitchFamily="34" charset="0"/>
              </a:rPr>
              <a:t>Description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6" name="Group 53"/>
          <p:cNvGrpSpPr/>
          <p:nvPr/>
        </p:nvGrpSpPr>
        <p:grpSpPr>
          <a:xfrm>
            <a:off x="0" y="264409"/>
            <a:ext cx="9144000" cy="1172505"/>
            <a:chOff x="0" y="264409"/>
            <a:chExt cx="9144000" cy="1172505"/>
          </a:xfrm>
        </p:grpSpPr>
        <p:grpSp>
          <p:nvGrpSpPr>
            <p:cNvPr id="17" name="Group 57"/>
            <p:cNvGrpSpPr/>
            <p:nvPr/>
          </p:nvGrpSpPr>
          <p:grpSpPr>
            <a:xfrm>
              <a:off x="0" y="694824"/>
              <a:ext cx="9144000" cy="742090"/>
              <a:chOff x="0" y="694824"/>
              <a:chExt cx="9144000" cy="742090"/>
            </a:xfrm>
            <a:effectLst>
              <a:reflection blurRad="6350" stA="50000" endA="300" endPos="55000" dir="5400000" sy="-100000" algn="bl" rotWithShape="0"/>
            </a:effectLst>
          </p:grpSpPr>
          <p:sp>
            <p:nvSpPr>
              <p:cNvPr id="50" name="Rektangel 2"/>
              <p:cNvSpPr>
                <a:spLocks noChangeArrowheads="1"/>
              </p:cNvSpPr>
              <p:nvPr/>
            </p:nvSpPr>
            <p:spPr bwMode="auto">
              <a:xfrm>
                <a:off x="0" y="694824"/>
                <a:ext cx="9144000" cy="742090"/>
              </a:xfrm>
              <a:prstGeom prst="rect">
                <a:avLst/>
              </a:prstGeom>
              <a:gradFill flip="none" rotWithShape="1">
                <a:gsLst>
                  <a:gs pos="21000">
                    <a:srgbClr val="7DC8DF"/>
                  </a:gs>
                  <a:gs pos="100000">
                    <a:srgbClr val="6699FF"/>
                  </a:gs>
                </a:gsLst>
                <a:lin ang="5400000" scaled="1"/>
                <a:tileRect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indent="-342900" algn="ctr" fontAlgn="auto"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defRPr/>
                </a:pPr>
                <a:endParaRPr lang="da-DK" sz="1600" b="1" kern="0" noProof="1">
                  <a:solidFill>
                    <a:srgbClr val="FFFFFF"/>
                  </a:solidFill>
                  <a:latin typeface="Arial" pitchFamily="34" charset="0"/>
                  <a:ea typeface="ＭＳ Ｐゴシック" pitchFamily="-97" charset="-128"/>
                </a:endParaRPr>
              </a:p>
            </p:txBody>
          </p:sp>
          <p:sp>
            <p:nvSpPr>
              <p:cNvPr id="54" name="Rectangle 5"/>
              <p:cNvSpPr txBox="1">
                <a:spLocks noChangeArrowheads="1"/>
              </p:cNvSpPr>
              <p:nvPr/>
            </p:nvSpPr>
            <p:spPr bwMode="gray">
              <a:xfrm>
                <a:off x="862836" y="802976"/>
                <a:ext cx="6001101" cy="6000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rIns="0" anchor="ctr"/>
              <a:lstStyle/>
              <a:p>
                <a:pPr defTabSz="914400" eaLnBrk="0" hangingPunct="0">
                  <a:lnSpc>
                    <a:spcPct val="95000"/>
                  </a:lnSpc>
                </a:pPr>
                <a:r>
                  <a:rPr lang="en-US" sz="2800" b="1" dirty="0">
                    <a:solidFill>
                      <a:schemeClr val="bg1"/>
                    </a:solidFill>
                    <a:latin typeface="Trebuchet MS" pitchFamily="34" charset="0"/>
                  </a:rPr>
                  <a:t>Investor Module</a:t>
                </a:r>
              </a:p>
            </p:txBody>
          </p:sp>
        </p:grpSp>
        <p:sp>
          <p:nvSpPr>
            <p:cNvPr id="49" name="Rektangel 31"/>
            <p:cNvSpPr>
              <a:spLocks noChangeArrowheads="1"/>
            </p:cNvSpPr>
            <p:nvPr/>
          </p:nvSpPr>
          <p:spPr bwMode="auto">
            <a:xfrm>
              <a:off x="7106014" y="264409"/>
              <a:ext cx="1931111" cy="1148770"/>
            </a:xfrm>
            <a:prstGeom prst="rect">
              <a:avLst/>
            </a:prstGeom>
            <a:gradFill>
              <a:gsLst>
                <a:gs pos="45000">
                  <a:schemeClr val="tx2"/>
                </a:gs>
                <a:gs pos="98000">
                  <a:srgbClr val="D1C39F">
                    <a:alpha val="21000"/>
                  </a:srgbClr>
                </a:gs>
              </a:gsLst>
              <a:lin ang="5400000" scaled="0"/>
            </a:gradFill>
            <a:ln>
              <a:noFill/>
              <a:headEnd/>
              <a:tailE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da-DK" sz="3600" b="1" dirty="0">
                  <a:ln w="12700">
                    <a:solidFill>
                      <a:schemeClr val="tx2">
                        <a:satMod val="155000"/>
                      </a:schemeClr>
                    </a:solidFill>
                    <a:prstDash val="solid"/>
                  </a:ln>
                  <a:solidFill>
                    <a:schemeClr val="accent4">
                      <a:lumMod val="7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Trebuchet MS" pitchFamily="34" charset="0"/>
                  <a:ea typeface="ＭＳ Ｐゴシック" pitchFamily="-97" charset="-128"/>
                </a:rPr>
                <a:t>IMS</a:t>
              </a:r>
              <a:endParaRPr lang="da-DK" sz="3600" dirty="0">
                <a:solidFill>
                  <a:schemeClr val="accent4">
                    <a:lumMod val="75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  <a:latin typeface="Trebuchet MS" pitchFamily="34" charset="0"/>
                <a:ea typeface="ＭＳ Ｐゴシック" pitchFamily="-97" charset="-128"/>
              </a:endParaRPr>
            </a:p>
          </p:txBody>
        </p:sp>
      </p:grpSp>
      <p:pic>
        <p:nvPicPr>
          <p:cNvPr id="2050" name="Picture 2" descr="F:\Golden_Library\04_Icon\1340771832_persona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0074" y="2427338"/>
            <a:ext cx="1017104" cy="1017104"/>
          </a:xfrm>
          <a:prstGeom prst="rect">
            <a:avLst/>
          </a:prstGeom>
          <a:noFill/>
        </p:spPr>
      </p:pic>
      <p:sp>
        <p:nvSpPr>
          <p:cNvPr id="44" name="Flowchart: Process 43"/>
          <p:cNvSpPr/>
          <p:nvPr/>
        </p:nvSpPr>
        <p:spPr>
          <a:xfrm>
            <a:off x="5106898" y="5412127"/>
            <a:ext cx="1143008" cy="428628"/>
          </a:xfrm>
          <a:prstGeom prst="flowChartProcess">
            <a:avLst/>
          </a:prstGeom>
          <a:effectLst>
            <a:outerShdw blurRad="40000" dist="23000" dir="5400000" rotWithShape="0">
              <a:srgbClr val="000000">
                <a:alpha val="35000"/>
              </a:srgbClr>
            </a:outerShdw>
            <a:reflection blurRad="6350" stA="50000" endA="300" endPos="90000" dir="5400000" sy="-100000" algn="bl" rotWithShape="0"/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fontAlgn="auto">
              <a:spcBef>
                <a:spcPts val="0"/>
              </a:spcBef>
              <a:spcAft>
                <a:spcPts val="0"/>
              </a:spcAft>
              <a:defRPr sz="1000"/>
            </a:pPr>
            <a:r>
              <a:rPr lang="en-IN" sz="1200" kern="0" dirty="0">
                <a:solidFill>
                  <a:srgbClr val="000000"/>
                </a:solidFill>
                <a:latin typeface="arial"/>
                <a:cs typeface="arial"/>
              </a:rPr>
              <a:t>Admin Approval</a:t>
            </a:r>
          </a:p>
        </p:txBody>
      </p:sp>
      <p:cxnSp>
        <p:nvCxnSpPr>
          <p:cNvPr id="47" name="Elbow Connector 11"/>
          <p:cNvCxnSpPr/>
          <p:nvPr/>
        </p:nvCxnSpPr>
        <p:spPr>
          <a:xfrm>
            <a:off x="779450" y="3652834"/>
            <a:ext cx="2229540" cy="571504"/>
          </a:xfrm>
          <a:prstGeom prst="bentConnector2">
            <a:avLst/>
          </a:prstGeom>
          <a:ln>
            <a:headEnd type="non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2" name="Flowchart: Process 51"/>
          <p:cNvSpPr/>
          <p:nvPr/>
        </p:nvSpPr>
        <p:spPr>
          <a:xfrm>
            <a:off x="2766681" y="4045759"/>
            <a:ext cx="1652919" cy="702366"/>
          </a:xfrm>
          <a:prstGeom prst="flowChartProcess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fontAlgn="auto">
              <a:spcBef>
                <a:spcPts val="0"/>
              </a:spcBef>
              <a:spcAft>
                <a:spcPts val="0"/>
              </a:spcAft>
              <a:defRPr sz="1000"/>
            </a:pPr>
            <a:r>
              <a:rPr lang="en-IN" sz="1200" kern="0" dirty="0">
                <a:solidFill>
                  <a:srgbClr val="000000"/>
                </a:solidFill>
                <a:latin typeface="arial"/>
                <a:cs typeface="arial"/>
              </a:rPr>
              <a:t>Rejected</a:t>
            </a:r>
          </a:p>
        </p:txBody>
      </p:sp>
      <p:grpSp>
        <p:nvGrpSpPr>
          <p:cNvPr id="57" name="Grupper 67"/>
          <p:cNvGrpSpPr>
            <a:grpSpLocks/>
          </p:cNvGrpSpPr>
          <p:nvPr/>
        </p:nvGrpSpPr>
        <p:grpSpPr bwMode="auto">
          <a:xfrm>
            <a:off x="259937" y="4746890"/>
            <a:ext cx="1230934" cy="498179"/>
            <a:chOff x="876300" y="2508250"/>
            <a:chExt cx="344488" cy="498179"/>
          </a:xfrm>
        </p:grpSpPr>
        <p:sp>
          <p:nvSpPr>
            <p:cNvPr id="58" name="Rektangel 11"/>
            <p:cNvSpPr>
              <a:spLocks noChangeArrowheads="1"/>
            </p:cNvSpPr>
            <p:nvPr/>
          </p:nvSpPr>
          <p:spPr bwMode="auto">
            <a:xfrm>
              <a:off x="876300" y="2508250"/>
              <a:ext cx="344488" cy="346075"/>
            </a:xfrm>
            <a:prstGeom prst="rect">
              <a:avLst/>
            </a:prstGeom>
            <a:gradFill rotWithShape="1">
              <a:gsLst>
                <a:gs pos="0">
                  <a:schemeClr val="tx1"/>
                </a:gs>
                <a:gs pos="100000">
                  <a:schemeClr val="bg2"/>
                </a:gs>
              </a:gsLst>
              <a:lin ang="16200000"/>
            </a:gradFill>
            <a:ln w="9525">
              <a:solidFill>
                <a:schemeClr val="bg2">
                  <a:lumMod val="90000"/>
                </a:schemeClr>
              </a:solidFill>
              <a:miter lim="800000"/>
              <a:headEnd/>
              <a:tailEnd/>
            </a:ln>
            <a:effectLst>
              <a:outerShdw blurRad="635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da-DK" sz="1200" dirty="0">
                <a:solidFill>
                  <a:srgbClr val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  <p:sp>
          <p:nvSpPr>
            <p:cNvPr id="61" name="Tekstboks 12"/>
            <p:cNvSpPr txBox="1">
              <a:spLocks noChangeArrowheads="1"/>
            </p:cNvSpPr>
            <p:nvPr/>
          </p:nvSpPr>
          <p:spPr bwMode="auto">
            <a:xfrm>
              <a:off x="890588" y="2544764"/>
              <a:ext cx="32226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63500" algn="tl" rotWithShape="0">
                <a:srgbClr val="000000">
                  <a:alpha val="74998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da-DK" sz="1200" dirty="0">
                  <a:solidFill>
                    <a:srgbClr val="171717"/>
                  </a:solidFill>
                  <a:latin typeface="Arial" pitchFamily="34" charset="0"/>
                  <a:ea typeface="ＭＳ Ｐゴシック" pitchFamily="-97" charset="-128"/>
                </a:rPr>
                <a:t>Dashboard Access Granted</a:t>
              </a:r>
            </a:p>
          </p:txBody>
        </p:sp>
      </p:grpSp>
      <p:grpSp>
        <p:nvGrpSpPr>
          <p:cNvPr id="62" name="Grupper 67"/>
          <p:cNvGrpSpPr>
            <a:grpSpLocks/>
          </p:cNvGrpSpPr>
          <p:nvPr/>
        </p:nvGrpSpPr>
        <p:grpSpPr bwMode="auto">
          <a:xfrm>
            <a:off x="1318315" y="3463906"/>
            <a:ext cx="1137755" cy="498179"/>
            <a:chOff x="876300" y="2508250"/>
            <a:chExt cx="344488" cy="498179"/>
          </a:xfrm>
        </p:grpSpPr>
        <p:sp>
          <p:nvSpPr>
            <p:cNvPr id="63" name="Rektangel 11"/>
            <p:cNvSpPr>
              <a:spLocks noChangeArrowheads="1"/>
            </p:cNvSpPr>
            <p:nvPr/>
          </p:nvSpPr>
          <p:spPr bwMode="auto">
            <a:xfrm>
              <a:off x="876300" y="2508250"/>
              <a:ext cx="344488" cy="346075"/>
            </a:xfrm>
            <a:prstGeom prst="rect">
              <a:avLst/>
            </a:prstGeom>
            <a:gradFill rotWithShape="1">
              <a:gsLst>
                <a:gs pos="0">
                  <a:schemeClr val="tx1"/>
                </a:gs>
                <a:gs pos="100000">
                  <a:schemeClr val="bg2"/>
                </a:gs>
              </a:gsLst>
              <a:lin ang="16200000"/>
            </a:gradFill>
            <a:ln w="9525">
              <a:solidFill>
                <a:schemeClr val="bg2">
                  <a:lumMod val="90000"/>
                </a:schemeClr>
              </a:solidFill>
              <a:miter lim="800000"/>
              <a:headEnd/>
              <a:tailEnd/>
            </a:ln>
            <a:effectLst>
              <a:outerShdw blurRad="635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da-DK" sz="1200" dirty="0">
                <a:solidFill>
                  <a:srgbClr val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  <p:sp>
          <p:nvSpPr>
            <p:cNvPr id="64" name="Tekstboks 12"/>
            <p:cNvSpPr txBox="1">
              <a:spLocks noChangeArrowheads="1"/>
            </p:cNvSpPr>
            <p:nvPr/>
          </p:nvSpPr>
          <p:spPr bwMode="auto">
            <a:xfrm>
              <a:off x="890588" y="2544764"/>
              <a:ext cx="32226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63500" algn="tl" rotWithShape="0">
                <a:srgbClr val="000000">
                  <a:alpha val="74998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da-DK" sz="1200" dirty="0">
                  <a:solidFill>
                    <a:srgbClr val="171717"/>
                  </a:solidFill>
                  <a:latin typeface="Arial" pitchFamily="34" charset="0"/>
                  <a:ea typeface="ＭＳ Ｐゴシック" pitchFamily="-97" charset="-128"/>
                </a:rPr>
                <a:t>Startup Matching</a:t>
              </a:r>
            </a:p>
          </p:txBody>
        </p:sp>
      </p:grpSp>
      <p:pic>
        <p:nvPicPr>
          <p:cNvPr id="68" name="Picture 3" descr="C:\Users\ashish\AppData\Local\Microsoft\Windows\Temporary Internet Files\Content.IE5\RFCICVOW\MC900431601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518" y="1583635"/>
            <a:ext cx="1050026" cy="1050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9" name="Group 61"/>
          <p:cNvGrpSpPr/>
          <p:nvPr/>
        </p:nvGrpSpPr>
        <p:grpSpPr>
          <a:xfrm>
            <a:off x="2093261" y="2771860"/>
            <a:ext cx="2872439" cy="530142"/>
            <a:chOff x="1441657" y="2928937"/>
            <a:chExt cx="5041029" cy="449284"/>
          </a:xfrm>
        </p:grpSpPr>
        <p:sp>
          <p:nvSpPr>
            <p:cNvPr id="70" name="Rektangel 34"/>
            <p:cNvSpPr>
              <a:spLocks noChangeArrowheads="1"/>
            </p:cNvSpPr>
            <p:nvPr/>
          </p:nvSpPr>
          <p:spPr bwMode="auto">
            <a:xfrm>
              <a:off x="1441657" y="2928937"/>
              <a:ext cx="4997401" cy="449284"/>
            </a:xfrm>
            <a:prstGeom prst="rect">
              <a:avLst/>
            </a:prstGeom>
            <a:gradFill rotWithShape="1">
              <a:gsLst>
                <a:gs pos="0">
                  <a:schemeClr val="bg2"/>
                </a:gs>
                <a:gs pos="100000">
                  <a:schemeClr val="tx1"/>
                </a:gs>
              </a:gsLst>
              <a:lin ang="16200000"/>
            </a:gradFill>
            <a:ln w="9525">
              <a:noFill/>
              <a:miter lim="800000"/>
              <a:headEnd/>
              <a:tailEnd/>
            </a:ln>
            <a:effectLst>
              <a:outerShdw blurRad="635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da-DK" sz="1200" dirty="0">
                <a:solidFill>
                  <a:srgbClr val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  <p:sp>
          <p:nvSpPr>
            <p:cNvPr id="71" name="Tekstboks 48"/>
            <p:cNvSpPr txBox="1">
              <a:spLocks noChangeArrowheads="1"/>
            </p:cNvSpPr>
            <p:nvPr/>
          </p:nvSpPr>
          <p:spPr bwMode="auto">
            <a:xfrm>
              <a:off x="1485284" y="2970207"/>
              <a:ext cx="4997402" cy="391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 dirty="0">
                  <a:solidFill>
                    <a:srgbClr val="171717"/>
                  </a:solidFill>
                </a:rPr>
                <a:t>Meeting Scheduling, Communication</a:t>
              </a:r>
            </a:p>
            <a:p>
              <a:pPr algn="ctr"/>
              <a:r>
                <a:rPr lang="en-IN" sz="1200" dirty="0">
                  <a:solidFill>
                    <a:srgbClr val="171717"/>
                  </a:solidFill>
                </a:rPr>
                <a:t>and Investment Tracking enabled</a:t>
              </a:r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5087295" y="2564848"/>
            <a:ext cx="1319026" cy="1219200"/>
            <a:chOff x="3928835" y="4118113"/>
            <a:chExt cx="1319026" cy="1219200"/>
          </a:xfrm>
        </p:grpSpPr>
        <p:pic>
          <p:nvPicPr>
            <p:cNvPr id="2051" name="Picture 3" descr="F:\Golden_Library\04_Icon\128\1342414942_mycomputer.pn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028661" y="4118113"/>
              <a:ext cx="1219200" cy="1219200"/>
            </a:xfrm>
            <a:prstGeom prst="rect">
              <a:avLst/>
            </a:prstGeom>
            <a:noFill/>
          </p:spPr>
        </p:pic>
        <p:sp>
          <p:nvSpPr>
            <p:cNvPr id="76" name="Tekstboks 12"/>
            <p:cNvSpPr txBox="1">
              <a:spLocks noChangeArrowheads="1"/>
            </p:cNvSpPr>
            <p:nvPr/>
          </p:nvSpPr>
          <p:spPr bwMode="auto">
            <a:xfrm>
              <a:off x="3928835" y="4363762"/>
              <a:ext cx="1151515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63500" algn="tl" rotWithShape="0">
                <a:srgbClr val="000000">
                  <a:alpha val="74998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da-DK" sz="12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Arial" pitchFamily="34" charset="0"/>
                  <a:ea typeface="ＭＳ Ｐゴシック" pitchFamily="-97" charset="-128"/>
                </a:rPr>
                <a:t>IMS</a:t>
              </a:r>
              <a:endParaRPr lang="da-DK" sz="1200" dirty="0">
                <a:solidFill>
                  <a:srgbClr val="171717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</p:grpSp>
      <p:cxnSp>
        <p:nvCxnSpPr>
          <p:cNvPr id="88" name="Straight Arrow Connector 87"/>
          <p:cNvCxnSpPr/>
          <p:nvPr/>
        </p:nvCxnSpPr>
        <p:spPr>
          <a:xfrm rot="16200000" flipV="1">
            <a:off x="5529664" y="2490388"/>
            <a:ext cx="252390" cy="2365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3" name="Elbow Connector 102"/>
          <p:cNvCxnSpPr>
            <a:stCxn id="2051" idx="3"/>
          </p:cNvCxnSpPr>
          <p:nvPr/>
        </p:nvCxnSpPr>
        <p:spPr>
          <a:xfrm flipH="1">
            <a:off x="6299200" y="3174448"/>
            <a:ext cx="107121" cy="2438952"/>
          </a:xfrm>
          <a:prstGeom prst="bentConnector4">
            <a:avLst>
              <a:gd name="adj1" fmla="val -1719085"/>
              <a:gd name="adj2" fmla="val 98947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8" name="Straight Arrow Connector 137"/>
          <p:cNvCxnSpPr/>
          <p:nvPr/>
        </p:nvCxnSpPr>
        <p:spPr>
          <a:xfrm rot="16200000" flipV="1">
            <a:off x="5529663" y="6033688"/>
            <a:ext cx="252390" cy="2365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1" name="Elbow Connector 130"/>
          <p:cNvCxnSpPr/>
          <p:nvPr/>
        </p:nvCxnSpPr>
        <p:spPr>
          <a:xfrm flipV="1">
            <a:off x="4254500" y="3670300"/>
            <a:ext cx="1409700" cy="698500"/>
          </a:xfrm>
          <a:prstGeom prst="bentConnector3">
            <a:avLst>
              <a:gd name="adj1" fmla="val 100450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0" name="Shape 99"/>
          <p:cNvCxnSpPr>
            <a:stCxn id="2050" idx="2"/>
          </p:cNvCxnSpPr>
          <p:nvPr/>
        </p:nvCxnSpPr>
        <p:spPr>
          <a:xfrm rot="16200000" flipH="1">
            <a:off x="1820784" y="2392284"/>
            <a:ext cx="2194358" cy="429867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/>
          <p:nvPr/>
        </p:nvCxnSpPr>
        <p:spPr>
          <a:xfrm rot="10800000">
            <a:off x="1384300" y="2984500"/>
            <a:ext cx="4165600" cy="15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13" name="Group 60"/>
          <p:cNvGrpSpPr/>
          <p:nvPr/>
        </p:nvGrpSpPr>
        <p:grpSpPr>
          <a:xfrm>
            <a:off x="2934704" y="1768433"/>
            <a:ext cx="5520938" cy="560021"/>
            <a:chOff x="961748" y="2500313"/>
            <a:chExt cx="5520938" cy="354012"/>
          </a:xfrm>
        </p:grpSpPr>
        <p:sp>
          <p:nvSpPr>
            <p:cNvPr id="31" name="Rektangel 30"/>
            <p:cNvSpPr>
              <a:spLocks noChangeArrowheads="1"/>
            </p:cNvSpPr>
            <p:nvPr/>
          </p:nvSpPr>
          <p:spPr bwMode="auto">
            <a:xfrm>
              <a:off x="1441657" y="2500313"/>
              <a:ext cx="4997401" cy="354012"/>
            </a:xfrm>
            <a:prstGeom prst="rect">
              <a:avLst/>
            </a:prstGeom>
            <a:gradFill rotWithShape="1">
              <a:gsLst>
                <a:gs pos="0">
                  <a:schemeClr val="bg2"/>
                </a:gs>
                <a:gs pos="100000">
                  <a:schemeClr val="tx1"/>
                </a:gs>
              </a:gsLst>
              <a:lin ang="16200000"/>
            </a:gradFill>
            <a:ln w="9525">
              <a:noFill/>
              <a:miter lim="800000"/>
              <a:headEnd/>
              <a:tailEnd/>
            </a:ln>
            <a:effectLst>
              <a:outerShdw blurRad="635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da-DK" sz="1200" dirty="0">
                <a:solidFill>
                  <a:srgbClr val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  <p:sp>
          <p:nvSpPr>
            <p:cNvPr id="22544" name="Tekstboks 44"/>
            <p:cNvSpPr txBox="1">
              <a:spLocks noChangeArrowheads="1"/>
            </p:cNvSpPr>
            <p:nvPr/>
          </p:nvSpPr>
          <p:spPr bwMode="auto">
            <a:xfrm>
              <a:off x="1485285" y="2540000"/>
              <a:ext cx="4997401" cy="2918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200" dirty="0">
                  <a:solidFill>
                    <a:srgbClr val="171717"/>
                  </a:solidFill>
                </a:rPr>
                <a:t xml:space="preserve">ACCELERATOR: Early-stage startups, </a:t>
              </a:r>
              <a:r>
                <a:rPr lang="en-IN" sz="1200" dirty="0">
                  <a:solidFill>
                    <a:srgbClr val="171717"/>
                  </a:solidFill>
                </a:rPr>
                <a:t>Man power requirement By submitting the MPR form through IMS</a:t>
              </a:r>
            </a:p>
          </p:txBody>
        </p:sp>
        <p:grpSp>
          <p:nvGrpSpPr>
            <p:cNvPr id="15" name="Gruppe 85"/>
            <p:cNvGrpSpPr>
              <a:grpSpLocks/>
            </p:cNvGrpSpPr>
            <p:nvPr/>
          </p:nvGrpSpPr>
          <p:grpSpPr bwMode="auto">
            <a:xfrm>
              <a:off x="961748" y="2511425"/>
              <a:ext cx="430332" cy="342900"/>
              <a:chOff x="876300" y="2511425"/>
              <a:chExt cx="344488" cy="342900"/>
            </a:xfrm>
          </p:grpSpPr>
          <p:sp>
            <p:nvSpPr>
              <p:cNvPr id="8" name="Rektangel 7"/>
              <p:cNvSpPr>
                <a:spLocks noChangeArrowheads="1"/>
              </p:cNvSpPr>
              <p:nvPr/>
            </p:nvSpPr>
            <p:spPr bwMode="auto">
              <a:xfrm>
                <a:off x="876300" y="2511425"/>
                <a:ext cx="344488" cy="342900"/>
              </a:xfrm>
              <a:prstGeom prst="rect">
                <a:avLst/>
              </a:prstGeom>
              <a:gradFill rotWithShape="1">
                <a:gsLst>
                  <a:gs pos="0">
                    <a:srgbClr val="002060"/>
                  </a:gs>
                  <a:gs pos="100000">
                    <a:srgbClr val="1F88C8"/>
                  </a:gs>
                </a:gsLst>
                <a:lin ang="16200000"/>
              </a:gradFill>
              <a:ln w="9525">
                <a:solidFill>
                  <a:schemeClr val="accent3">
                    <a:lumMod val="50000"/>
                  </a:schemeClr>
                </a:solidFill>
                <a:miter lim="800000"/>
                <a:headEnd/>
                <a:tailEnd/>
              </a:ln>
              <a:effectLst>
                <a:outerShdw blurRad="63500" dist="23000" dir="5400000" rotWithShape="0">
                  <a:srgbClr val="00000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indent="-342900" algn="ctr" defTabSz="914400" fontAlgn="auto"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defRPr/>
                </a:pPr>
                <a:endParaRPr lang="da-DK" sz="1400" b="1" kern="0" noProof="1">
                  <a:solidFill>
                    <a:sysClr val="window" lastClr="FFFFFF"/>
                  </a:solidFill>
                  <a:latin typeface="Arial" pitchFamily="34" charset="0"/>
                  <a:ea typeface="ＭＳ Ｐゴシック" pitchFamily="-97" charset="-128"/>
                </a:endParaRPr>
              </a:p>
            </p:txBody>
          </p:sp>
          <p:sp>
            <p:nvSpPr>
              <p:cNvPr id="85" name="Tekstboks 84"/>
              <p:cNvSpPr txBox="1">
                <a:spLocks noChangeArrowheads="1"/>
              </p:cNvSpPr>
              <p:nvPr/>
            </p:nvSpPr>
            <p:spPr bwMode="auto">
              <a:xfrm>
                <a:off x="890588" y="2547938"/>
                <a:ext cx="322262" cy="2746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outerShdw blurRad="63500" dist="23000" dir="5400000" rotWithShape="0">
                  <a:srgbClr val="000000">
                    <a:alpha val="34999"/>
                  </a:srgbClr>
                </a:outerShdw>
              </a:effectLst>
            </p:spPr>
            <p:txBody>
              <a:bodyPr anchor="ctr"/>
              <a:lstStyle/>
              <a:p>
                <a:pPr indent="-342900" algn="ctr">
                  <a:defRPr/>
                </a:pPr>
                <a:r>
                  <a:rPr lang="da-DK" sz="1200" noProof="1">
                    <a:solidFill>
                      <a:srgbClr val="FFFFFF"/>
                    </a:solidFill>
                    <a:latin typeface="Arial" pitchFamily="34" charset="0"/>
                    <a:ea typeface="ＭＳ Ｐゴシック" pitchFamily="-97" charset="-128"/>
                  </a:rPr>
                  <a:t>1</a:t>
                </a:r>
              </a:p>
            </p:txBody>
          </p:sp>
        </p:grpSp>
      </p:grpSp>
      <p:sp>
        <p:nvSpPr>
          <p:cNvPr id="2150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SimSun" pitchFamily="2" charset="-122"/>
                <a:cs typeface="Arial" pitchFamily="34" charset="0"/>
              </a:rPr>
              <a:t>Description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SimSun" pitchFamily="2" charset="-122"/>
                <a:cs typeface="Arial" pitchFamily="34" charset="0"/>
              </a:rPr>
              <a:t>Description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6" name="Group 53"/>
          <p:cNvGrpSpPr/>
          <p:nvPr/>
        </p:nvGrpSpPr>
        <p:grpSpPr>
          <a:xfrm>
            <a:off x="0" y="264409"/>
            <a:ext cx="9144000" cy="1172505"/>
            <a:chOff x="0" y="264409"/>
            <a:chExt cx="9144000" cy="1172505"/>
          </a:xfrm>
        </p:grpSpPr>
        <p:grpSp>
          <p:nvGrpSpPr>
            <p:cNvPr id="17" name="Group 57"/>
            <p:cNvGrpSpPr/>
            <p:nvPr/>
          </p:nvGrpSpPr>
          <p:grpSpPr>
            <a:xfrm>
              <a:off x="0" y="694824"/>
              <a:ext cx="9144000" cy="742090"/>
              <a:chOff x="0" y="694824"/>
              <a:chExt cx="9144000" cy="742090"/>
            </a:xfrm>
            <a:effectLst>
              <a:reflection blurRad="6350" stA="50000" endA="300" endPos="55000" dir="5400000" sy="-100000" algn="bl" rotWithShape="0"/>
            </a:effectLst>
          </p:grpSpPr>
          <p:sp>
            <p:nvSpPr>
              <p:cNvPr id="50" name="Rektangel 2"/>
              <p:cNvSpPr>
                <a:spLocks noChangeArrowheads="1"/>
              </p:cNvSpPr>
              <p:nvPr/>
            </p:nvSpPr>
            <p:spPr bwMode="auto">
              <a:xfrm>
                <a:off x="0" y="694824"/>
                <a:ext cx="9144000" cy="742090"/>
              </a:xfrm>
              <a:prstGeom prst="rect">
                <a:avLst/>
              </a:prstGeom>
              <a:gradFill flip="none" rotWithShape="1">
                <a:gsLst>
                  <a:gs pos="21000">
                    <a:srgbClr val="7DC8DF"/>
                  </a:gs>
                  <a:gs pos="100000">
                    <a:srgbClr val="6699FF"/>
                  </a:gs>
                </a:gsLst>
                <a:lin ang="5400000" scaled="1"/>
                <a:tileRect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indent="-342900" algn="ctr" fontAlgn="auto"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defRPr/>
                </a:pPr>
                <a:endParaRPr lang="da-DK" sz="1600" b="1" kern="0" noProof="1">
                  <a:solidFill>
                    <a:srgbClr val="FFFFFF"/>
                  </a:solidFill>
                  <a:latin typeface="Arial" pitchFamily="34" charset="0"/>
                  <a:ea typeface="ＭＳ Ｐゴシック" pitchFamily="-97" charset="-128"/>
                </a:endParaRPr>
              </a:p>
            </p:txBody>
          </p:sp>
          <p:sp>
            <p:nvSpPr>
              <p:cNvPr id="54" name="Rectangle 5"/>
              <p:cNvSpPr txBox="1">
                <a:spLocks noChangeArrowheads="1"/>
              </p:cNvSpPr>
              <p:nvPr/>
            </p:nvSpPr>
            <p:spPr bwMode="gray">
              <a:xfrm>
                <a:off x="862836" y="802976"/>
                <a:ext cx="6001101" cy="6000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rIns="0" anchor="ctr"/>
              <a:lstStyle/>
              <a:p>
                <a:pPr defTabSz="914400" eaLnBrk="0" hangingPunct="0">
                  <a:lnSpc>
                    <a:spcPct val="95000"/>
                  </a:lnSpc>
                </a:pPr>
                <a:r>
                  <a:rPr lang="en-US" sz="2800" b="1" dirty="0">
                    <a:solidFill>
                      <a:schemeClr val="bg1"/>
                    </a:solidFill>
                    <a:latin typeface="Trebuchet MS" pitchFamily="34" charset="0"/>
                  </a:rPr>
                  <a:t>Other Modules</a:t>
                </a:r>
              </a:p>
            </p:txBody>
          </p:sp>
        </p:grpSp>
        <p:sp>
          <p:nvSpPr>
            <p:cNvPr id="49" name="Rektangel 31"/>
            <p:cNvSpPr>
              <a:spLocks noChangeArrowheads="1"/>
            </p:cNvSpPr>
            <p:nvPr/>
          </p:nvSpPr>
          <p:spPr bwMode="auto">
            <a:xfrm>
              <a:off x="7106014" y="264409"/>
              <a:ext cx="1931111" cy="1148770"/>
            </a:xfrm>
            <a:prstGeom prst="rect">
              <a:avLst/>
            </a:prstGeom>
            <a:gradFill>
              <a:gsLst>
                <a:gs pos="45000">
                  <a:schemeClr val="tx2"/>
                </a:gs>
                <a:gs pos="98000">
                  <a:srgbClr val="D1C39F">
                    <a:alpha val="21000"/>
                  </a:srgbClr>
                </a:gs>
              </a:gsLst>
              <a:lin ang="5400000" scaled="0"/>
            </a:gradFill>
            <a:ln>
              <a:noFill/>
              <a:headEnd/>
              <a:tailE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da-DK" sz="3600" b="1" dirty="0">
                  <a:ln w="12700">
                    <a:solidFill>
                      <a:schemeClr val="tx2">
                        <a:satMod val="155000"/>
                      </a:schemeClr>
                    </a:solidFill>
                    <a:prstDash val="solid"/>
                  </a:ln>
                  <a:solidFill>
                    <a:schemeClr val="accent4">
                      <a:lumMod val="75000"/>
                    </a:schemeClr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latin typeface="Trebuchet MS" pitchFamily="34" charset="0"/>
                  <a:ea typeface="ＭＳ Ｐゴシック" pitchFamily="-97" charset="-128"/>
                </a:rPr>
                <a:t>IMS</a:t>
              </a:r>
              <a:endParaRPr lang="da-DK" sz="3600" dirty="0">
                <a:solidFill>
                  <a:schemeClr val="accent4">
                    <a:lumMod val="75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  <a:latin typeface="Trebuchet MS" pitchFamily="34" charset="0"/>
                <a:ea typeface="ＭＳ Ｐゴシック" pitchFamily="-97" charset="-128"/>
              </a:endParaRPr>
            </a:p>
          </p:txBody>
        </p:sp>
      </p:grpSp>
      <p:pic>
        <p:nvPicPr>
          <p:cNvPr id="2050" name="Picture 2" descr="F:\Golden_Library\04_Icon\1340771832_persona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0074" y="2427338"/>
            <a:ext cx="1017104" cy="1017104"/>
          </a:xfrm>
          <a:prstGeom prst="rect">
            <a:avLst/>
          </a:prstGeom>
          <a:noFill/>
        </p:spPr>
      </p:pic>
      <p:sp>
        <p:nvSpPr>
          <p:cNvPr id="44" name="Flowchart: Process 43"/>
          <p:cNvSpPr/>
          <p:nvPr/>
        </p:nvSpPr>
        <p:spPr>
          <a:xfrm>
            <a:off x="5106898" y="5412127"/>
            <a:ext cx="1143008" cy="428628"/>
          </a:xfrm>
          <a:prstGeom prst="flowChartProcess">
            <a:avLst/>
          </a:prstGeom>
          <a:effectLst>
            <a:outerShdw blurRad="40000" dist="23000" dir="5400000" rotWithShape="0">
              <a:srgbClr val="000000">
                <a:alpha val="35000"/>
              </a:srgbClr>
            </a:outerShdw>
            <a:reflection blurRad="6350" stA="50000" endA="300" endPos="90000" dir="5400000" sy="-100000" algn="bl" rotWithShape="0"/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fontAlgn="auto">
              <a:spcBef>
                <a:spcPts val="0"/>
              </a:spcBef>
              <a:spcAft>
                <a:spcPts val="0"/>
              </a:spcAft>
              <a:defRPr sz="1000"/>
            </a:pPr>
            <a:r>
              <a:rPr lang="en-IN" sz="1200" kern="0" dirty="0">
                <a:solidFill>
                  <a:srgbClr val="000000"/>
                </a:solidFill>
                <a:latin typeface="arial"/>
                <a:cs typeface="arial"/>
              </a:rPr>
              <a:t>Application → Admin → Board → Mentor</a:t>
            </a:r>
          </a:p>
        </p:txBody>
      </p:sp>
      <p:cxnSp>
        <p:nvCxnSpPr>
          <p:cNvPr id="47" name="Elbow Connector 11"/>
          <p:cNvCxnSpPr/>
          <p:nvPr/>
        </p:nvCxnSpPr>
        <p:spPr>
          <a:xfrm>
            <a:off x="779450" y="3652834"/>
            <a:ext cx="2229540" cy="571504"/>
          </a:xfrm>
          <a:prstGeom prst="bentConnector2">
            <a:avLst/>
          </a:prstGeom>
          <a:ln>
            <a:headEnd type="non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2" name="Flowchart: Process 51"/>
          <p:cNvSpPr/>
          <p:nvPr/>
        </p:nvSpPr>
        <p:spPr>
          <a:xfrm>
            <a:off x="2766681" y="4045759"/>
            <a:ext cx="1652919" cy="702366"/>
          </a:xfrm>
          <a:prstGeom prst="flowChartProcess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 fontAlgn="auto">
              <a:spcBef>
                <a:spcPts val="0"/>
              </a:spcBef>
              <a:spcAft>
                <a:spcPts val="0"/>
              </a:spcAft>
              <a:defRPr sz="1000"/>
            </a:pPr>
            <a:r>
              <a:rPr lang="en-IN" sz="1200" kern="0" dirty="0">
                <a:solidFill>
                  <a:srgbClr val="000000"/>
                </a:solidFill>
                <a:latin typeface="arial"/>
                <a:cs typeface="arial"/>
              </a:rPr>
              <a:t>INCUBEIN FELLOW: Age 21-28, any graduate discipline</a:t>
            </a:r>
          </a:p>
        </p:txBody>
      </p:sp>
      <p:grpSp>
        <p:nvGrpSpPr>
          <p:cNvPr id="57" name="Grupper 67"/>
          <p:cNvGrpSpPr>
            <a:grpSpLocks/>
          </p:cNvGrpSpPr>
          <p:nvPr/>
        </p:nvGrpSpPr>
        <p:grpSpPr bwMode="auto">
          <a:xfrm>
            <a:off x="259937" y="4746890"/>
            <a:ext cx="1230934" cy="498179"/>
            <a:chOff x="876300" y="2508250"/>
            <a:chExt cx="344488" cy="498179"/>
          </a:xfrm>
        </p:grpSpPr>
        <p:sp>
          <p:nvSpPr>
            <p:cNvPr id="58" name="Rektangel 11"/>
            <p:cNvSpPr>
              <a:spLocks noChangeArrowheads="1"/>
            </p:cNvSpPr>
            <p:nvPr/>
          </p:nvSpPr>
          <p:spPr bwMode="auto">
            <a:xfrm>
              <a:off x="876300" y="2508250"/>
              <a:ext cx="344488" cy="346075"/>
            </a:xfrm>
            <a:prstGeom prst="rect">
              <a:avLst/>
            </a:prstGeom>
            <a:gradFill rotWithShape="1">
              <a:gsLst>
                <a:gs pos="0">
                  <a:schemeClr val="tx1"/>
                </a:gs>
                <a:gs pos="100000">
                  <a:schemeClr val="bg2"/>
                </a:gs>
              </a:gsLst>
              <a:lin ang="16200000"/>
            </a:gradFill>
            <a:ln w="9525">
              <a:solidFill>
                <a:schemeClr val="bg2">
                  <a:lumMod val="90000"/>
                </a:schemeClr>
              </a:solidFill>
              <a:miter lim="800000"/>
              <a:headEnd/>
              <a:tailEnd/>
            </a:ln>
            <a:effectLst>
              <a:outerShdw blurRad="635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da-DK" sz="1200" dirty="0">
                <a:solidFill>
                  <a:srgbClr val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  <p:sp>
          <p:nvSpPr>
            <p:cNvPr id="61" name="Tekstboks 12"/>
            <p:cNvSpPr txBox="1">
              <a:spLocks noChangeArrowheads="1"/>
            </p:cNvSpPr>
            <p:nvPr/>
          </p:nvSpPr>
          <p:spPr bwMode="auto">
            <a:xfrm>
              <a:off x="890588" y="2544764"/>
              <a:ext cx="32226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63500" algn="tl" rotWithShape="0">
                <a:srgbClr val="000000">
                  <a:alpha val="74998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da-DK" sz="1200" dirty="0">
                  <a:solidFill>
                    <a:srgbClr val="171717"/>
                  </a:solidFill>
                  <a:latin typeface="Arial" pitchFamily="34" charset="0"/>
                  <a:ea typeface="ＭＳ Ｐゴシック" pitchFamily="-97" charset="-128"/>
                </a:rPr>
                <a:t>11-month program, 2-stage selection: SoP → Essay → Interview</a:t>
              </a:r>
            </a:p>
          </p:txBody>
        </p:sp>
      </p:grpSp>
      <p:grpSp>
        <p:nvGrpSpPr>
          <p:cNvPr id="62" name="Grupper 67"/>
          <p:cNvGrpSpPr>
            <a:grpSpLocks/>
          </p:cNvGrpSpPr>
          <p:nvPr/>
        </p:nvGrpSpPr>
        <p:grpSpPr bwMode="auto">
          <a:xfrm>
            <a:off x="1318315" y="3463906"/>
            <a:ext cx="1137755" cy="498179"/>
            <a:chOff x="876300" y="2508250"/>
            <a:chExt cx="344488" cy="498179"/>
          </a:xfrm>
        </p:grpSpPr>
        <p:sp>
          <p:nvSpPr>
            <p:cNvPr id="63" name="Rektangel 11"/>
            <p:cNvSpPr>
              <a:spLocks noChangeArrowheads="1"/>
            </p:cNvSpPr>
            <p:nvPr/>
          </p:nvSpPr>
          <p:spPr bwMode="auto">
            <a:xfrm>
              <a:off x="876300" y="2508250"/>
              <a:ext cx="344488" cy="346075"/>
            </a:xfrm>
            <a:prstGeom prst="rect">
              <a:avLst/>
            </a:prstGeom>
            <a:gradFill rotWithShape="1">
              <a:gsLst>
                <a:gs pos="0">
                  <a:schemeClr val="tx1"/>
                </a:gs>
                <a:gs pos="100000">
                  <a:schemeClr val="bg2"/>
                </a:gs>
              </a:gsLst>
              <a:lin ang="16200000"/>
            </a:gradFill>
            <a:ln w="9525">
              <a:solidFill>
                <a:schemeClr val="bg2">
                  <a:lumMod val="90000"/>
                </a:schemeClr>
              </a:solidFill>
              <a:miter lim="800000"/>
              <a:headEnd/>
              <a:tailEnd/>
            </a:ln>
            <a:effectLst>
              <a:outerShdw blurRad="635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da-DK" sz="1200" dirty="0">
                <a:solidFill>
                  <a:srgbClr val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  <p:sp>
          <p:nvSpPr>
            <p:cNvPr id="64" name="Tekstboks 12"/>
            <p:cNvSpPr txBox="1">
              <a:spLocks noChangeArrowheads="1"/>
            </p:cNvSpPr>
            <p:nvPr/>
          </p:nvSpPr>
          <p:spPr bwMode="auto">
            <a:xfrm>
              <a:off x="890588" y="2544764"/>
              <a:ext cx="32226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63500" algn="tl" rotWithShape="0">
                <a:srgbClr val="000000">
                  <a:alpha val="74998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da-DK" sz="1200" dirty="0">
                  <a:solidFill>
                    <a:srgbClr val="171717"/>
                  </a:solidFill>
                  <a:latin typeface="Arial" pitchFamily="34" charset="0"/>
                  <a:ea typeface="ＭＳ Ｐゴシック" pitchFamily="-97" charset="-128"/>
                </a:rPr>
                <a:t>INTERNSHIP: Open to School, College, Professionals, Women</a:t>
              </a:r>
            </a:p>
          </p:txBody>
        </p:sp>
      </p:grpSp>
      <p:pic>
        <p:nvPicPr>
          <p:cNvPr id="68" name="Picture 3" descr="C:\Users\ashish\AppData\Local\Microsoft\Windows\Temporary Internet Files\Content.IE5\RFCICVOW\MC900431601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518" y="1583635"/>
            <a:ext cx="1050026" cy="1050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9" name="Group 61"/>
          <p:cNvGrpSpPr/>
          <p:nvPr/>
        </p:nvGrpSpPr>
        <p:grpSpPr>
          <a:xfrm>
            <a:off x="2093261" y="2771860"/>
            <a:ext cx="2872439" cy="530142"/>
            <a:chOff x="1441657" y="2928937"/>
            <a:chExt cx="5041029" cy="449284"/>
          </a:xfrm>
        </p:grpSpPr>
        <p:sp>
          <p:nvSpPr>
            <p:cNvPr id="70" name="Rektangel 34"/>
            <p:cNvSpPr>
              <a:spLocks noChangeArrowheads="1"/>
            </p:cNvSpPr>
            <p:nvPr/>
          </p:nvSpPr>
          <p:spPr bwMode="auto">
            <a:xfrm>
              <a:off x="1441657" y="2928937"/>
              <a:ext cx="4997401" cy="449284"/>
            </a:xfrm>
            <a:prstGeom prst="rect">
              <a:avLst/>
            </a:prstGeom>
            <a:gradFill rotWithShape="1">
              <a:gsLst>
                <a:gs pos="0">
                  <a:schemeClr val="bg2"/>
                </a:gs>
                <a:gs pos="100000">
                  <a:schemeClr val="tx1"/>
                </a:gs>
              </a:gsLst>
              <a:lin ang="16200000"/>
            </a:gradFill>
            <a:ln w="9525">
              <a:noFill/>
              <a:miter lim="800000"/>
              <a:headEnd/>
              <a:tailEnd/>
            </a:ln>
            <a:effectLst>
              <a:outerShdw blurRad="63500" dist="23000" dir="5400000" rotWithShape="0">
                <a:srgbClr val="000000">
                  <a:alpha val="34999"/>
                </a:srgbClr>
              </a:outerShdw>
            </a:effectLst>
          </p:spPr>
          <p:txBody>
            <a:bodyPr anchor="ctr"/>
            <a:lstStyle/>
            <a:p>
              <a:pPr algn="ctr">
                <a:defRPr/>
              </a:pPr>
              <a:endParaRPr lang="da-DK" sz="1200" dirty="0">
                <a:solidFill>
                  <a:srgbClr val="FFFFFF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  <p:sp>
          <p:nvSpPr>
            <p:cNvPr id="71" name="Tekstboks 48"/>
            <p:cNvSpPr txBox="1">
              <a:spLocks noChangeArrowheads="1"/>
            </p:cNvSpPr>
            <p:nvPr/>
          </p:nvSpPr>
          <p:spPr bwMode="auto">
            <a:xfrm>
              <a:off x="1485284" y="2970207"/>
              <a:ext cx="4997402" cy="391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 dirty="0">
                  <a:solidFill>
                    <a:srgbClr val="171717"/>
                  </a:solidFill>
                </a:rPr>
                <a:t>Online status, live projects, current technology</a:t>
              </a:r>
            </a:p>
            <a:p>
              <a:pPr algn="ctr"/>
              <a:r>
                <a:rPr lang="en-IN" sz="1200" dirty="0">
                  <a:solidFill>
                    <a:srgbClr val="171717"/>
                  </a:solidFill>
                </a:rPr>
                <a:t>Admin assigns and tracks all intern progress</a:t>
              </a:r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5087295" y="2564848"/>
            <a:ext cx="1319026" cy="1219200"/>
            <a:chOff x="3928835" y="4118113"/>
            <a:chExt cx="1319026" cy="1219200"/>
          </a:xfrm>
        </p:grpSpPr>
        <p:pic>
          <p:nvPicPr>
            <p:cNvPr id="2051" name="Picture 3" descr="F:\Golden_Library\04_Icon\128\1342414942_mycomputer.pn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028661" y="4118113"/>
              <a:ext cx="1219200" cy="1219200"/>
            </a:xfrm>
            <a:prstGeom prst="rect">
              <a:avLst/>
            </a:prstGeom>
            <a:noFill/>
          </p:spPr>
        </p:pic>
        <p:sp>
          <p:nvSpPr>
            <p:cNvPr id="76" name="Tekstboks 12"/>
            <p:cNvSpPr txBox="1">
              <a:spLocks noChangeArrowheads="1"/>
            </p:cNvSpPr>
            <p:nvPr/>
          </p:nvSpPr>
          <p:spPr bwMode="auto">
            <a:xfrm>
              <a:off x="3928835" y="4363762"/>
              <a:ext cx="1151515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63500" algn="tl" rotWithShape="0">
                <a:srgbClr val="000000">
                  <a:alpha val="74998"/>
                </a:srgbClr>
              </a:outerShdw>
            </a:effectLst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da-DK" sz="1200" dirty="0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  <a:latin typeface="Arial" pitchFamily="34" charset="0"/>
                  <a:ea typeface="ＭＳ Ｐゴシック" pitchFamily="-97" charset="-128"/>
                </a:rPr>
                <a:t>IMS</a:t>
              </a:r>
              <a:endParaRPr lang="da-DK" sz="1200" dirty="0">
                <a:solidFill>
                  <a:srgbClr val="171717"/>
                </a:solidFill>
                <a:latin typeface="Arial" pitchFamily="34" charset="0"/>
                <a:ea typeface="ＭＳ Ｐゴシック" pitchFamily="-97" charset="-128"/>
              </a:endParaRPr>
            </a:p>
          </p:txBody>
        </p:sp>
      </p:grpSp>
      <p:cxnSp>
        <p:nvCxnSpPr>
          <p:cNvPr id="88" name="Straight Arrow Connector 87"/>
          <p:cNvCxnSpPr/>
          <p:nvPr/>
        </p:nvCxnSpPr>
        <p:spPr>
          <a:xfrm rot="16200000" flipV="1">
            <a:off x="5529664" y="2490388"/>
            <a:ext cx="252390" cy="2365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3" name="Elbow Connector 102"/>
          <p:cNvCxnSpPr>
            <a:stCxn id="2051" idx="3"/>
          </p:cNvCxnSpPr>
          <p:nvPr/>
        </p:nvCxnSpPr>
        <p:spPr>
          <a:xfrm flipH="1">
            <a:off x="6299200" y="3174448"/>
            <a:ext cx="107121" cy="2438952"/>
          </a:xfrm>
          <a:prstGeom prst="bentConnector4">
            <a:avLst>
              <a:gd name="adj1" fmla="val -1719085"/>
              <a:gd name="adj2" fmla="val 98947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8" name="Straight Arrow Connector 137"/>
          <p:cNvCxnSpPr/>
          <p:nvPr/>
        </p:nvCxnSpPr>
        <p:spPr>
          <a:xfrm rot="16200000" flipV="1">
            <a:off x="5529663" y="6033688"/>
            <a:ext cx="252390" cy="2365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theme/theme1.xml><?xml version="1.0" encoding="utf-8"?>
<a:theme xmlns:a="http://schemas.openxmlformats.org/drawingml/2006/main" name="TS101875468">
  <a:themeElements>
    <a:clrScheme name="Brugerdefineret 6">
      <a:dk1>
        <a:srgbClr val="FFFCF9"/>
      </a:dk1>
      <a:lt1>
        <a:sysClr val="window" lastClr="FFFFFF"/>
      </a:lt1>
      <a:dk2>
        <a:srgbClr val="D7D8D9"/>
      </a:dk2>
      <a:lt2>
        <a:srgbClr val="FFFFFF"/>
      </a:lt2>
      <a:accent1>
        <a:srgbClr val="E6E6E6"/>
      </a:accent1>
      <a:accent2>
        <a:srgbClr val="F9AF18"/>
      </a:accent2>
      <a:accent3>
        <a:srgbClr val="78C5DD"/>
      </a:accent3>
      <a:accent4>
        <a:srgbClr val="0081BE"/>
      </a:accent4>
      <a:accent5>
        <a:srgbClr val="FAB900"/>
      </a:accent5>
      <a:accent6>
        <a:srgbClr val="E7711C"/>
      </a:accent6>
      <a:hlink>
        <a:srgbClr val="7EB220"/>
      </a:hlink>
      <a:folHlink>
        <a:srgbClr val="7EB22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Kontortema">
  <a:themeElements>
    <a:clrScheme name="Brugerdefineret 6">
      <a:dk1>
        <a:srgbClr val="FFFCF9"/>
      </a:dk1>
      <a:lt1>
        <a:sysClr val="window" lastClr="FFFFFF"/>
      </a:lt1>
      <a:dk2>
        <a:srgbClr val="D7D8D9"/>
      </a:dk2>
      <a:lt2>
        <a:srgbClr val="FFFFFF"/>
      </a:lt2>
      <a:accent1>
        <a:srgbClr val="E6E6E6"/>
      </a:accent1>
      <a:accent2>
        <a:srgbClr val="F9AF18"/>
      </a:accent2>
      <a:accent3>
        <a:srgbClr val="78C5DD"/>
      </a:accent3>
      <a:accent4>
        <a:srgbClr val="0081BE"/>
      </a:accent4>
      <a:accent5>
        <a:srgbClr val="FAB900"/>
      </a:accent5>
      <a:accent6>
        <a:srgbClr val="E7711C"/>
      </a:accent6>
      <a:hlink>
        <a:srgbClr val="7EB220"/>
      </a:hlink>
      <a:folHlink>
        <a:srgbClr val="7EB22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36" ma:contentTypeDescription="Create a new document." ma:contentTypeScope="" ma:versionID="e4a5fc713301fd121d9c49aa2472189d"/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/>
</file>

<file path=customXml/itemProps1.xml><?xml version="1.0" encoding="utf-8"?>
<ds:datastoreItem xmlns:ds="http://schemas.openxmlformats.org/officeDocument/2006/customXml" ds:itemID="{5A2A3276-50C0-48C8-85E2-83FC63532B1C}">
  <ds:schemaRefs>
    <ds:schemaRef ds:uri="http://schemas.microsoft.com/office/2006/metadata/contentType"/>
    <ds:schemaRef ds:uri="http://schemas.microsoft.com/office/2006/metadata/properties/metaAttributes"/>
  </ds:schemaRefs>
</ds:datastoreItem>
</file>

<file path=customXml/itemProps2.xml><?xml version="1.0" encoding="utf-8"?>
<ds:datastoreItem xmlns:ds="http://schemas.openxmlformats.org/officeDocument/2006/customXml" ds:itemID="{29BBA6B9-B48C-44AD-AF18-A0802220E2A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AEFC281-05B5-4908-8128-DF7162E8BD9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TS101875468</Template>
  <TotalTime>665</TotalTime>
  <Words>755</Words>
  <Application>Microsoft Office PowerPoint</Application>
  <PresentationFormat>On-screen Show (4:3)</PresentationFormat>
  <Paragraphs>203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ＭＳ Ｐゴシック</vt:lpstr>
      <vt:lpstr>SimSun</vt:lpstr>
      <vt:lpstr>Arial</vt:lpstr>
      <vt:lpstr>Arial</vt:lpstr>
      <vt:lpstr>Arial Narrow</vt:lpstr>
      <vt:lpstr>Calibri</vt:lpstr>
      <vt:lpstr>Trebuchet MS</vt:lpstr>
      <vt:lpstr>Wingdings</vt:lpstr>
      <vt:lpstr>Zapf Dingbats</vt:lpstr>
      <vt:lpstr>TS101875468</vt:lpstr>
      <vt:lpstr>1_Kontortema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Mahesh</dc:creator>
  <cp:lastModifiedBy>User</cp:lastModifiedBy>
  <cp:revision>174</cp:revision>
  <dcterms:created xsi:type="dcterms:W3CDTF">2010-06-10T23:11:57Z</dcterms:created>
  <dcterms:modified xsi:type="dcterms:W3CDTF">2024-03-21T02:31:34Z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TC018754689991</vt:lpwstr>
  </property>
</Properties>
</file>